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png" ContentType="image/pn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6333637" y="1047257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6786351" y="1367964"/>
            <a:ext cx="1501775" cy="7551420"/>
          </a:xfrm>
          <a:custGeom>
            <a:avLst/>
            <a:gdLst/>
            <a:ahLst/>
            <a:cxnLst/>
            <a:rect l="l" t="t" r="r" b="b"/>
            <a:pathLst>
              <a:path w="1501775" h="7551420">
                <a:moveTo>
                  <a:pt x="1501648" y="0"/>
                </a:moveTo>
                <a:lnTo>
                  <a:pt x="1454587" y="50344"/>
                </a:lnTo>
                <a:lnTo>
                  <a:pt x="1424282" y="83484"/>
                </a:lnTo>
                <a:lnTo>
                  <a:pt x="1394244" y="116871"/>
                </a:lnTo>
                <a:lnTo>
                  <a:pt x="1364476" y="150505"/>
                </a:lnTo>
                <a:lnTo>
                  <a:pt x="1334980" y="184382"/>
                </a:lnTo>
                <a:lnTo>
                  <a:pt x="1305756" y="218502"/>
                </a:lnTo>
                <a:lnTo>
                  <a:pt x="1276807" y="252863"/>
                </a:lnTo>
                <a:lnTo>
                  <a:pt x="1248135" y="287462"/>
                </a:lnTo>
                <a:lnTo>
                  <a:pt x="1219741" y="322299"/>
                </a:lnTo>
                <a:lnTo>
                  <a:pt x="1191626" y="357371"/>
                </a:lnTo>
                <a:lnTo>
                  <a:pt x="1163793" y="392678"/>
                </a:lnTo>
                <a:lnTo>
                  <a:pt x="1136244" y="428216"/>
                </a:lnTo>
                <a:lnTo>
                  <a:pt x="1108979" y="463985"/>
                </a:lnTo>
                <a:lnTo>
                  <a:pt x="1082001" y="499982"/>
                </a:lnTo>
                <a:lnTo>
                  <a:pt x="1055312" y="536207"/>
                </a:lnTo>
                <a:lnTo>
                  <a:pt x="1028912" y="572657"/>
                </a:lnTo>
                <a:lnTo>
                  <a:pt x="1002804" y="609330"/>
                </a:lnTo>
                <a:lnTo>
                  <a:pt x="976990" y="646226"/>
                </a:lnTo>
                <a:lnTo>
                  <a:pt x="951471" y="683342"/>
                </a:lnTo>
                <a:lnTo>
                  <a:pt x="926248" y="720676"/>
                </a:lnTo>
                <a:lnTo>
                  <a:pt x="901325" y="758227"/>
                </a:lnTo>
                <a:lnTo>
                  <a:pt x="876701" y="795993"/>
                </a:lnTo>
                <a:lnTo>
                  <a:pt x="852380" y="833973"/>
                </a:lnTo>
                <a:lnTo>
                  <a:pt x="828362" y="872164"/>
                </a:lnTo>
                <a:lnTo>
                  <a:pt x="804649" y="910565"/>
                </a:lnTo>
                <a:lnTo>
                  <a:pt x="781244" y="949175"/>
                </a:lnTo>
                <a:lnTo>
                  <a:pt x="758148" y="987991"/>
                </a:lnTo>
                <a:lnTo>
                  <a:pt x="735362" y="1027013"/>
                </a:lnTo>
                <a:lnTo>
                  <a:pt x="712888" y="1066237"/>
                </a:lnTo>
                <a:lnTo>
                  <a:pt x="690728" y="1105663"/>
                </a:lnTo>
                <a:lnTo>
                  <a:pt x="668884" y="1145288"/>
                </a:lnTo>
                <a:lnTo>
                  <a:pt x="647357" y="1185112"/>
                </a:lnTo>
                <a:lnTo>
                  <a:pt x="626149" y="1225132"/>
                </a:lnTo>
                <a:lnTo>
                  <a:pt x="605262" y="1265347"/>
                </a:lnTo>
                <a:lnTo>
                  <a:pt x="584697" y="1305755"/>
                </a:lnTo>
                <a:lnTo>
                  <a:pt x="564456" y="1346354"/>
                </a:lnTo>
                <a:lnTo>
                  <a:pt x="544541" y="1387143"/>
                </a:lnTo>
                <a:lnTo>
                  <a:pt x="524954" y="1428119"/>
                </a:lnTo>
                <a:lnTo>
                  <a:pt x="505696" y="1469282"/>
                </a:lnTo>
                <a:lnTo>
                  <a:pt x="486769" y="1510629"/>
                </a:lnTo>
                <a:lnTo>
                  <a:pt x="468174" y="1552159"/>
                </a:lnTo>
                <a:lnTo>
                  <a:pt x="449914" y="1593870"/>
                </a:lnTo>
                <a:lnTo>
                  <a:pt x="431990" y="1635760"/>
                </a:lnTo>
                <a:lnTo>
                  <a:pt x="414404" y="1677828"/>
                </a:lnTo>
                <a:lnTo>
                  <a:pt x="397157" y="1720072"/>
                </a:lnTo>
                <a:lnTo>
                  <a:pt x="380251" y="1762490"/>
                </a:lnTo>
                <a:lnTo>
                  <a:pt x="363688" y="1805081"/>
                </a:lnTo>
                <a:lnTo>
                  <a:pt x="347470" y="1847842"/>
                </a:lnTo>
                <a:lnTo>
                  <a:pt x="331598" y="1890773"/>
                </a:lnTo>
                <a:lnTo>
                  <a:pt x="316074" y="1933871"/>
                </a:lnTo>
                <a:lnTo>
                  <a:pt x="300899" y="1977135"/>
                </a:lnTo>
                <a:lnTo>
                  <a:pt x="286076" y="2020563"/>
                </a:lnTo>
                <a:lnTo>
                  <a:pt x="271606" y="2064153"/>
                </a:lnTo>
                <a:lnTo>
                  <a:pt x="257491" y="2107904"/>
                </a:lnTo>
                <a:lnTo>
                  <a:pt x="243732" y="2151813"/>
                </a:lnTo>
                <a:lnTo>
                  <a:pt x="230332" y="2195880"/>
                </a:lnTo>
                <a:lnTo>
                  <a:pt x="217291" y="2240103"/>
                </a:lnTo>
                <a:lnTo>
                  <a:pt x="204612" y="2284479"/>
                </a:lnTo>
                <a:lnTo>
                  <a:pt x="192297" y="2329007"/>
                </a:lnTo>
                <a:lnTo>
                  <a:pt x="180346" y="2373686"/>
                </a:lnTo>
                <a:lnTo>
                  <a:pt x="168762" y="2418513"/>
                </a:lnTo>
                <a:lnTo>
                  <a:pt x="157546" y="2463488"/>
                </a:lnTo>
                <a:lnTo>
                  <a:pt x="146701" y="2508607"/>
                </a:lnTo>
                <a:lnTo>
                  <a:pt x="136227" y="2553871"/>
                </a:lnTo>
                <a:lnTo>
                  <a:pt x="126127" y="2599276"/>
                </a:lnTo>
                <a:lnTo>
                  <a:pt x="116402" y="2644821"/>
                </a:lnTo>
                <a:lnTo>
                  <a:pt x="107054" y="2690505"/>
                </a:lnTo>
                <a:lnTo>
                  <a:pt x="98085" y="2736326"/>
                </a:lnTo>
                <a:lnTo>
                  <a:pt x="89496" y="2782281"/>
                </a:lnTo>
                <a:lnTo>
                  <a:pt x="81289" y="2828370"/>
                </a:lnTo>
                <a:lnTo>
                  <a:pt x="73466" y="2874591"/>
                </a:lnTo>
                <a:lnTo>
                  <a:pt x="66028" y="2920942"/>
                </a:lnTo>
                <a:lnTo>
                  <a:pt x="58977" y="2967421"/>
                </a:lnTo>
                <a:lnTo>
                  <a:pt x="52315" y="3014026"/>
                </a:lnTo>
                <a:lnTo>
                  <a:pt x="46044" y="3060756"/>
                </a:lnTo>
                <a:lnTo>
                  <a:pt x="40165" y="3107610"/>
                </a:lnTo>
                <a:lnTo>
                  <a:pt x="34680" y="3154585"/>
                </a:lnTo>
                <a:lnTo>
                  <a:pt x="29591" y="3201680"/>
                </a:lnTo>
                <a:lnTo>
                  <a:pt x="24899" y="3248892"/>
                </a:lnTo>
                <a:lnTo>
                  <a:pt x="20606" y="3296221"/>
                </a:lnTo>
                <a:lnTo>
                  <a:pt x="16714" y="3343665"/>
                </a:lnTo>
                <a:lnTo>
                  <a:pt x="13224" y="3391222"/>
                </a:lnTo>
                <a:lnTo>
                  <a:pt x="10138" y="3438889"/>
                </a:lnTo>
                <a:lnTo>
                  <a:pt x="7459" y="3486667"/>
                </a:lnTo>
                <a:lnTo>
                  <a:pt x="5187" y="3534552"/>
                </a:lnTo>
                <a:lnTo>
                  <a:pt x="3324" y="3582543"/>
                </a:lnTo>
                <a:lnTo>
                  <a:pt x="1872" y="3630639"/>
                </a:lnTo>
                <a:lnTo>
                  <a:pt x="833" y="3678837"/>
                </a:lnTo>
                <a:lnTo>
                  <a:pt x="208" y="3727137"/>
                </a:lnTo>
                <a:lnTo>
                  <a:pt x="0" y="3775535"/>
                </a:lnTo>
                <a:lnTo>
                  <a:pt x="208" y="3823934"/>
                </a:lnTo>
                <a:lnTo>
                  <a:pt x="833" y="3872233"/>
                </a:lnTo>
                <a:lnTo>
                  <a:pt x="1872" y="3920432"/>
                </a:lnTo>
                <a:lnTo>
                  <a:pt x="3324" y="3968528"/>
                </a:lnTo>
                <a:lnTo>
                  <a:pt x="5187" y="4016519"/>
                </a:lnTo>
                <a:lnTo>
                  <a:pt x="7459" y="4064404"/>
                </a:lnTo>
                <a:lnTo>
                  <a:pt x="10138" y="4112181"/>
                </a:lnTo>
                <a:lnTo>
                  <a:pt x="13224" y="4159849"/>
                </a:lnTo>
                <a:lnTo>
                  <a:pt x="16714" y="4207406"/>
                </a:lnTo>
                <a:lnTo>
                  <a:pt x="20606" y="4254850"/>
                </a:lnTo>
                <a:lnTo>
                  <a:pt x="24899" y="4302179"/>
                </a:lnTo>
                <a:lnTo>
                  <a:pt x="29591" y="4349391"/>
                </a:lnTo>
                <a:lnTo>
                  <a:pt x="34680" y="4396486"/>
                </a:lnTo>
                <a:lnTo>
                  <a:pt x="40165" y="4443461"/>
                </a:lnTo>
                <a:lnTo>
                  <a:pt x="46044" y="4490315"/>
                </a:lnTo>
                <a:lnTo>
                  <a:pt x="52315" y="4537045"/>
                </a:lnTo>
                <a:lnTo>
                  <a:pt x="58977" y="4583650"/>
                </a:lnTo>
                <a:lnTo>
                  <a:pt x="66028" y="4630129"/>
                </a:lnTo>
                <a:lnTo>
                  <a:pt x="73466" y="4676480"/>
                </a:lnTo>
                <a:lnTo>
                  <a:pt x="81289" y="4722701"/>
                </a:lnTo>
                <a:lnTo>
                  <a:pt x="89496" y="4768790"/>
                </a:lnTo>
                <a:lnTo>
                  <a:pt x="98085" y="4814746"/>
                </a:lnTo>
                <a:lnTo>
                  <a:pt x="107054" y="4860566"/>
                </a:lnTo>
                <a:lnTo>
                  <a:pt x="116402" y="4906250"/>
                </a:lnTo>
                <a:lnTo>
                  <a:pt x="126127" y="4951795"/>
                </a:lnTo>
                <a:lnTo>
                  <a:pt x="136227" y="4997201"/>
                </a:lnTo>
                <a:lnTo>
                  <a:pt x="146701" y="5042464"/>
                </a:lnTo>
                <a:lnTo>
                  <a:pt x="157546" y="5087584"/>
                </a:lnTo>
                <a:lnTo>
                  <a:pt x="168762" y="5132558"/>
                </a:lnTo>
                <a:lnTo>
                  <a:pt x="180346" y="5177386"/>
                </a:lnTo>
                <a:lnTo>
                  <a:pt x="192297" y="5222065"/>
                </a:lnTo>
                <a:lnTo>
                  <a:pt x="204612" y="5266593"/>
                </a:lnTo>
                <a:lnTo>
                  <a:pt x="217291" y="5310969"/>
                </a:lnTo>
                <a:lnTo>
                  <a:pt x="230332" y="5355192"/>
                </a:lnTo>
                <a:lnTo>
                  <a:pt x="243732" y="5399259"/>
                </a:lnTo>
                <a:lnTo>
                  <a:pt x="257491" y="5443168"/>
                </a:lnTo>
                <a:lnTo>
                  <a:pt x="271606" y="5486919"/>
                </a:lnTo>
                <a:lnTo>
                  <a:pt x="286076" y="5530509"/>
                </a:lnTo>
                <a:lnTo>
                  <a:pt x="300899" y="5573937"/>
                </a:lnTo>
                <a:lnTo>
                  <a:pt x="316074" y="5617201"/>
                </a:lnTo>
                <a:lnTo>
                  <a:pt x="331598" y="5660299"/>
                </a:lnTo>
                <a:lnTo>
                  <a:pt x="347470" y="5703230"/>
                </a:lnTo>
                <a:lnTo>
                  <a:pt x="363688" y="5745992"/>
                </a:lnTo>
                <a:lnTo>
                  <a:pt x="380251" y="5788582"/>
                </a:lnTo>
                <a:lnTo>
                  <a:pt x="397157" y="5831001"/>
                </a:lnTo>
                <a:lnTo>
                  <a:pt x="414404" y="5873245"/>
                </a:lnTo>
                <a:lnTo>
                  <a:pt x="431990" y="5915313"/>
                </a:lnTo>
                <a:lnTo>
                  <a:pt x="449914" y="5957203"/>
                </a:lnTo>
                <a:lnTo>
                  <a:pt x="468174" y="5998914"/>
                </a:lnTo>
                <a:lnTo>
                  <a:pt x="486769" y="6040444"/>
                </a:lnTo>
                <a:lnTo>
                  <a:pt x="505696" y="6081791"/>
                </a:lnTo>
                <a:lnTo>
                  <a:pt x="524954" y="6122954"/>
                </a:lnTo>
                <a:lnTo>
                  <a:pt x="544541" y="6163931"/>
                </a:lnTo>
                <a:lnTo>
                  <a:pt x="564456" y="6204719"/>
                </a:lnTo>
                <a:lnTo>
                  <a:pt x="584697" y="6245318"/>
                </a:lnTo>
                <a:lnTo>
                  <a:pt x="605262" y="6285726"/>
                </a:lnTo>
                <a:lnTo>
                  <a:pt x="626149" y="6325941"/>
                </a:lnTo>
                <a:lnTo>
                  <a:pt x="647357" y="6365961"/>
                </a:lnTo>
                <a:lnTo>
                  <a:pt x="668884" y="6405785"/>
                </a:lnTo>
                <a:lnTo>
                  <a:pt x="690728" y="6445411"/>
                </a:lnTo>
                <a:lnTo>
                  <a:pt x="712888" y="6484837"/>
                </a:lnTo>
                <a:lnTo>
                  <a:pt x="735362" y="6524061"/>
                </a:lnTo>
                <a:lnTo>
                  <a:pt x="758148" y="6563083"/>
                </a:lnTo>
                <a:lnTo>
                  <a:pt x="781244" y="6601899"/>
                </a:lnTo>
                <a:lnTo>
                  <a:pt x="804649" y="6640509"/>
                </a:lnTo>
                <a:lnTo>
                  <a:pt x="828362" y="6678910"/>
                </a:lnTo>
                <a:lnTo>
                  <a:pt x="852380" y="6717102"/>
                </a:lnTo>
                <a:lnTo>
                  <a:pt x="876701" y="6755081"/>
                </a:lnTo>
                <a:lnTo>
                  <a:pt x="901325" y="6792848"/>
                </a:lnTo>
                <a:lnTo>
                  <a:pt x="926248" y="6830399"/>
                </a:lnTo>
                <a:lnTo>
                  <a:pt x="951471" y="6867733"/>
                </a:lnTo>
                <a:lnTo>
                  <a:pt x="976990" y="6904849"/>
                </a:lnTo>
                <a:lnTo>
                  <a:pt x="1002804" y="6941745"/>
                </a:lnTo>
                <a:lnTo>
                  <a:pt x="1028912" y="6978418"/>
                </a:lnTo>
                <a:lnTo>
                  <a:pt x="1055312" y="7014868"/>
                </a:lnTo>
                <a:lnTo>
                  <a:pt x="1082001" y="7051093"/>
                </a:lnTo>
                <a:lnTo>
                  <a:pt x="1108979" y="7087091"/>
                </a:lnTo>
                <a:lnTo>
                  <a:pt x="1136244" y="7122859"/>
                </a:lnTo>
                <a:lnTo>
                  <a:pt x="1163793" y="7158398"/>
                </a:lnTo>
                <a:lnTo>
                  <a:pt x="1191626" y="7193704"/>
                </a:lnTo>
                <a:lnTo>
                  <a:pt x="1219741" y="7228777"/>
                </a:lnTo>
                <a:lnTo>
                  <a:pt x="1248135" y="7263614"/>
                </a:lnTo>
                <a:lnTo>
                  <a:pt x="1276807" y="7298213"/>
                </a:lnTo>
                <a:lnTo>
                  <a:pt x="1305756" y="7332574"/>
                </a:lnTo>
                <a:lnTo>
                  <a:pt x="1334980" y="7366694"/>
                </a:lnTo>
                <a:lnTo>
                  <a:pt x="1364476" y="7400571"/>
                </a:lnTo>
                <a:lnTo>
                  <a:pt x="1394244" y="7434205"/>
                </a:lnTo>
                <a:lnTo>
                  <a:pt x="1424282" y="7467593"/>
                </a:lnTo>
                <a:lnTo>
                  <a:pt x="1454587" y="7500733"/>
                </a:lnTo>
                <a:lnTo>
                  <a:pt x="1485159" y="7533624"/>
                </a:lnTo>
                <a:lnTo>
                  <a:pt x="1501648" y="7551077"/>
                </a:lnTo>
              </a:path>
            </a:pathLst>
          </a:custGeom>
          <a:ln w="61912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54348" y="302514"/>
            <a:ext cx="11106785" cy="11902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73757" y="2638913"/>
            <a:ext cx="15605125" cy="3866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637369" y="0"/>
            <a:ext cx="4650740" cy="1362075"/>
          </a:xfrm>
          <a:custGeom>
            <a:avLst/>
            <a:gdLst/>
            <a:ahLst/>
            <a:cxnLst/>
            <a:rect l="l" t="t" r="r" b="b"/>
            <a:pathLst>
              <a:path w="4650740" h="1362075">
                <a:moveTo>
                  <a:pt x="0" y="0"/>
                </a:moveTo>
                <a:lnTo>
                  <a:pt x="30777" y="26798"/>
                </a:lnTo>
                <a:lnTo>
                  <a:pt x="64897" y="56022"/>
                </a:lnTo>
                <a:lnTo>
                  <a:pt x="99258" y="84971"/>
                </a:lnTo>
                <a:lnTo>
                  <a:pt x="133857" y="113644"/>
                </a:lnTo>
                <a:lnTo>
                  <a:pt x="168694" y="142039"/>
                </a:lnTo>
                <a:lnTo>
                  <a:pt x="203766" y="170154"/>
                </a:lnTo>
                <a:lnTo>
                  <a:pt x="239072" y="197988"/>
                </a:lnTo>
                <a:lnTo>
                  <a:pt x="274611" y="225538"/>
                </a:lnTo>
                <a:lnTo>
                  <a:pt x="310380" y="252803"/>
                </a:lnTo>
                <a:lnTo>
                  <a:pt x="346377" y="279782"/>
                </a:lnTo>
                <a:lnTo>
                  <a:pt x="382602" y="306472"/>
                </a:lnTo>
                <a:lnTo>
                  <a:pt x="419052" y="332872"/>
                </a:lnTo>
                <a:lnTo>
                  <a:pt x="455725" y="358981"/>
                </a:lnTo>
                <a:lnTo>
                  <a:pt x="492621" y="384796"/>
                </a:lnTo>
                <a:lnTo>
                  <a:pt x="529736" y="410316"/>
                </a:lnTo>
                <a:lnTo>
                  <a:pt x="567071" y="435539"/>
                </a:lnTo>
                <a:lnTo>
                  <a:pt x="604622" y="460463"/>
                </a:lnTo>
                <a:lnTo>
                  <a:pt x="642388" y="485087"/>
                </a:lnTo>
                <a:lnTo>
                  <a:pt x="680368" y="509409"/>
                </a:lnTo>
                <a:lnTo>
                  <a:pt x="718559" y="533428"/>
                </a:lnTo>
                <a:lnTo>
                  <a:pt x="756960" y="557141"/>
                </a:lnTo>
                <a:lnTo>
                  <a:pt x="795570" y="580547"/>
                </a:lnTo>
                <a:lnTo>
                  <a:pt x="834386" y="603644"/>
                </a:lnTo>
                <a:lnTo>
                  <a:pt x="873407" y="626431"/>
                </a:lnTo>
                <a:lnTo>
                  <a:pt x="912632" y="648905"/>
                </a:lnTo>
                <a:lnTo>
                  <a:pt x="952057" y="671066"/>
                </a:lnTo>
                <a:lnTo>
                  <a:pt x="991683" y="692911"/>
                </a:lnTo>
                <a:lnTo>
                  <a:pt x="1031507" y="714438"/>
                </a:lnTo>
                <a:lnTo>
                  <a:pt x="1071527" y="735647"/>
                </a:lnTo>
                <a:lnTo>
                  <a:pt x="1111742" y="756535"/>
                </a:lnTo>
                <a:lnTo>
                  <a:pt x="1152150" y="777100"/>
                </a:lnTo>
                <a:lnTo>
                  <a:pt x="1192749" y="797341"/>
                </a:lnTo>
                <a:lnTo>
                  <a:pt x="1233537" y="817257"/>
                </a:lnTo>
                <a:lnTo>
                  <a:pt x="1274514" y="836845"/>
                </a:lnTo>
                <a:lnTo>
                  <a:pt x="1315676" y="856104"/>
                </a:lnTo>
                <a:lnTo>
                  <a:pt x="1357024" y="875031"/>
                </a:lnTo>
                <a:lnTo>
                  <a:pt x="1398553" y="893627"/>
                </a:lnTo>
                <a:lnTo>
                  <a:pt x="1440264" y="911887"/>
                </a:lnTo>
                <a:lnTo>
                  <a:pt x="1482155" y="929812"/>
                </a:lnTo>
                <a:lnTo>
                  <a:pt x="1524223" y="947399"/>
                </a:lnTo>
                <a:lnTo>
                  <a:pt x="1566467" y="964647"/>
                </a:lnTo>
                <a:lnTo>
                  <a:pt x="1608885" y="981553"/>
                </a:lnTo>
                <a:lnTo>
                  <a:pt x="1651475" y="998116"/>
                </a:lnTo>
                <a:lnTo>
                  <a:pt x="1694237" y="1014335"/>
                </a:lnTo>
                <a:lnTo>
                  <a:pt x="1737168" y="1030208"/>
                </a:lnTo>
                <a:lnTo>
                  <a:pt x="1780266" y="1045733"/>
                </a:lnTo>
                <a:lnTo>
                  <a:pt x="1823529" y="1060908"/>
                </a:lnTo>
                <a:lnTo>
                  <a:pt x="1866957" y="1075731"/>
                </a:lnTo>
                <a:lnTo>
                  <a:pt x="1910547" y="1090202"/>
                </a:lnTo>
                <a:lnTo>
                  <a:pt x="1954298" y="1104318"/>
                </a:lnTo>
                <a:lnTo>
                  <a:pt x="1998208" y="1118077"/>
                </a:lnTo>
                <a:lnTo>
                  <a:pt x="2042275" y="1131478"/>
                </a:lnTo>
                <a:lnTo>
                  <a:pt x="2086497" y="1144519"/>
                </a:lnTo>
                <a:lnTo>
                  <a:pt x="2130873" y="1157198"/>
                </a:lnTo>
                <a:lnTo>
                  <a:pt x="2175402" y="1169515"/>
                </a:lnTo>
                <a:lnTo>
                  <a:pt x="2220081" y="1181466"/>
                </a:lnTo>
                <a:lnTo>
                  <a:pt x="2264908" y="1193050"/>
                </a:lnTo>
                <a:lnTo>
                  <a:pt x="2309882" y="1204266"/>
                </a:lnTo>
                <a:lnTo>
                  <a:pt x="2355002" y="1215112"/>
                </a:lnTo>
                <a:lnTo>
                  <a:pt x="2400265" y="1225586"/>
                </a:lnTo>
                <a:lnTo>
                  <a:pt x="2445671" y="1235687"/>
                </a:lnTo>
                <a:lnTo>
                  <a:pt x="2491216" y="1245412"/>
                </a:lnTo>
                <a:lnTo>
                  <a:pt x="2536900" y="1254761"/>
                </a:lnTo>
                <a:lnTo>
                  <a:pt x="2582720" y="1263730"/>
                </a:lnTo>
                <a:lnTo>
                  <a:pt x="2628676" y="1272320"/>
                </a:lnTo>
                <a:lnTo>
                  <a:pt x="2674765" y="1280527"/>
                </a:lnTo>
                <a:lnTo>
                  <a:pt x="2720986" y="1288351"/>
                </a:lnTo>
                <a:lnTo>
                  <a:pt x="2767336" y="1295789"/>
                </a:lnTo>
                <a:lnTo>
                  <a:pt x="2813815" y="1302840"/>
                </a:lnTo>
                <a:lnTo>
                  <a:pt x="2860421" y="1309502"/>
                </a:lnTo>
                <a:lnTo>
                  <a:pt x="2907151" y="1315774"/>
                </a:lnTo>
                <a:lnTo>
                  <a:pt x="2954005" y="1321653"/>
                </a:lnTo>
                <a:lnTo>
                  <a:pt x="3000980" y="1327138"/>
                </a:lnTo>
                <a:lnTo>
                  <a:pt x="3048074" y="1332228"/>
                </a:lnTo>
                <a:lnTo>
                  <a:pt x="3095287" y="1336920"/>
                </a:lnTo>
                <a:lnTo>
                  <a:pt x="3142616" y="1341213"/>
                </a:lnTo>
                <a:lnTo>
                  <a:pt x="3190060" y="1345106"/>
                </a:lnTo>
                <a:lnTo>
                  <a:pt x="3237616" y="1348596"/>
                </a:lnTo>
                <a:lnTo>
                  <a:pt x="3285284" y="1351681"/>
                </a:lnTo>
                <a:lnTo>
                  <a:pt x="3333061" y="1354361"/>
                </a:lnTo>
                <a:lnTo>
                  <a:pt x="3380947" y="1356633"/>
                </a:lnTo>
                <a:lnTo>
                  <a:pt x="3428938" y="1358496"/>
                </a:lnTo>
                <a:lnTo>
                  <a:pt x="3477034" y="1359948"/>
                </a:lnTo>
                <a:lnTo>
                  <a:pt x="3525232" y="1360987"/>
                </a:lnTo>
                <a:lnTo>
                  <a:pt x="3573531" y="1361612"/>
                </a:lnTo>
                <a:lnTo>
                  <a:pt x="3621930" y="1361821"/>
                </a:lnTo>
                <a:lnTo>
                  <a:pt x="3670329" y="1361612"/>
                </a:lnTo>
                <a:lnTo>
                  <a:pt x="3718628" y="1360987"/>
                </a:lnTo>
                <a:lnTo>
                  <a:pt x="3766827" y="1359948"/>
                </a:lnTo>
                <a:lnTo>
                  <a:pt x="3814922" y="1358496"/>
                </a:lnTo>
                <a:lnTo>
                  <a:pt x="3862914" y="1356633"/>
                </a:lnTo>
                <a:lnTo>
                  <a:pt x="3910799" y="1354361"/>
                </a:lnTo>
                <a:lnTo>
                  <a:pt x="3958576" y="1351681"/>
                </a:lnTo>
                <a:lnTo>
                  <a:pt x="4006244" y="1348596"/>
                </a:lnTo>
                <a:lnTo>
                  <a:pt x="4053801" y="1345106"/>
                </a:lnTo>
                <a:lnTo>
                  <a:pt x="4101244" y="1341213"/>
                </a:lnTo>
                <a:lnTo>
                  <a:pt x="4148573" y="1336920"/>
                </a:lnTo>
                <a:lnTo>
                  <a:pt x="4195786" y="1332228"/>
                </a:lnTo>
                <a:lnTo>
                  <a:pt x="4242881" y="1327138"/>
                </a:lnTo>
                <a:lnTo>
                  <a:pt x="4289856" y="1321653"/>
                </a:lnTo>
                <a:lnTo>
                  <a:pt x="4336709" y="1315774"/>
                </a:lnTo>
                <a:lnTo>
                  <a:pt x="4383439" y="1309502"/>
                </a:lnTo>
                <a:lnTo>
                  <a:pt x="4430045" y="1302840"/>
                </a:lnTo>
                <a:lnTo>
                  <a:pt x="4476524" y="1295789"/>
                </a:lnTo>
                <a:lnTo>
                  <a:pt x="4522874" y="1288351"/>
                </a:lnTo>
                <a:lnTo>
                  <a:pt x="4569095" y="1280527"/>
                </a:lnTo>
                <a:lnTo>
                  <a:pt x="4615184" y="1272320"/>
                </a:lnTo>
                <a:lnTo>
                  <a:pt x="4650630" y="1265695"/>
                </a:lnTo>
              </a:path>
            </a:pathLst>
          </a:custGeom>
          <a:ln w="514350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911513"/>
            <a:ext cx="1028700" cy="6405245"/>
          </a:xfrm>
          <a:custGeom>
            <a:avLst/>
            <a:gdLst/>
            <a:ahLst/>
            <a:cxnLst/>
            <a:rect l="l" t="t" r="r" b="b"/>
            <a:pathLst>
              <a:path w="1028700" h="6405245">
                <a:moveTo>
                  <a:pt x="0" y="6405122"/>
                </a:moveTo>
                <a:lnTo>
                  <a:pt x="25895" y="6368746"/>
                </a:lnTo>
                <a:lnTo>
                  <a:pt x="51709" y="6331851"/>
                </a:lnTo>
                <a:lnTo>
                  <a:pt x="77228" y="6294734"/>
                </a:lnTo>
                <a:lnTo>
                  <a:pt x="102451" y="6257400"/>
                </a:lnTo>
                <a:lnTo>
                  <a:pt x="127374" y="6219848"/>
                </a:lnTo>
                <a:lnTo>
                  <a:pt x="151998" y="6182082"/>
                </a:lnTo>
                <a:lnTo>
                  <a:pt x="176319" y="6144102"/>
                </a:lnTo>
                <a:lnTo>
                  <a:pt x="200337" y="6105910"/>
                </a:lnTo>
                <a:lnTo>
                  <a:pt x="224050" y="6067508"/>
                </a:lnTo>
                <a:lnTo>
                  <a:pt x="247455" y="6028898"/>
                </a:lnTo>
                <a:lnTo>
                  <a:pt x="270551" y="5990082"/>
                </a:lnTo>
                <a:lnTo>
                  <a:pt x="293337" y="5951060"/>
                </a:lnTo>
                <a:lnTo>
                  <a:pt x="315811" y="5911835"/>
                </a:lnTo>
                <a:lnTo>
                  <a:pt x="337971" y="5872409"/>
                </a:lnTo>
                <a:lnTo>
                  <a:pt x="359815" y="5832783"/>
                </a:lnTo>
                <a:lnTo>
                  <a:pt x="381342" y="5792959"/>
                </a:lnTo>
                <a:lnTo>
                  <a:pt x="402550" y="5752939"/>
                </a:lnTo>
                <a:lnTo>
                  <a:pt x="423437" y="5712724"/>
                </a:lnTo>
                <a:lnTo>
                  <a:pt x="444002" y="5672315"/>
                </a:lnTo>
                <a:lnTo>
                  <a:pt x="464243" y="5631716"/>
                </a:lnTo>
                <a:lnTo>
                  <a:pt x="484158" y="5590927"/>
                </a:lnTo>
                <a:lnTo>
                  <a:pt x="503745" y="5549950"/>
                </a:lnTo>
                <a:lnTo>
                  <a:pt x="523003" y="5508787"/>
                </a:lnTo>
                <a:lnTo>
                  <a:pt x="541930" y="5467440"/>
                </a:lnTo>
                <a:lnTo>
                  <a:pt x="560525" y="5425910"/>
                </a:lnTo>
                <a:lnTo>
                  <a:pt x="578785" y="5384198"/>
                </a:lnTo>
                <a:lnTo>
                  <a:pt x="596709" y="5342308"/>
                </a:lnTo>
                <a:lnTo>
                  <a:pt x="614295" y="5300240"/>
                </a:lnTo>
                <a:lnTo>
                  <a:pt x="631542" y="5257995"/>
                </a:lnTo>
                <a:lnTo>
                  <a:pt x="648448" y="5215577"/>
                </a:lnTo>
                <a:lnTo>
                  <a:pt x="665011" y="5172986"/>
                </a:lnTo>
                <a:lnTo>
                  <a:pt x="681229" y="5130224"/>
                </a:lnTo>
                <a:lnTo>
                  <a:pt x="697101" y="5087293"/>
                </a:lnTo>
                <a:lnTo>
                  <a:pt x="712625" y="5044195"/>
                </a:lnTo>
                <a:lnTo>
                  <a:pt x="727800" y="5000931"/>
                </a:lnTo>
                <a:lnTo>
                  <a:pt x="742623" y="4957503"/>
                </a:lnTo>
                <a:lnTo>
                  <a:pt x="757093" y="4913912"/>
                </a:lnTo>
                <a:lnTo>
                  <a:pt x="771208" y="4870161"/>
                </a:lnTo>
                <a:lnTo>
                  <a:pt x="784967" y="4826251"/>
                </a:lnTo>
                <a:lnTo>
                  <a:pt x="798367" y="4782184"/>
                </a:lnTo>
                <a:lnTo>
                  <a:pt x="811408" y="4737961"/>
                </a:lnTo>
                <a:lnTo>
                  <a:pt x="824087" y="4693585"/>
                </a:lnTo>
                <a:lnTo>
                  <a:pt x="836402" y="4649056"/>
                </a:lnTo>
                <a:lnTo>
                  <a:pt x="848353" y="4604377"/>
                </a:lnTo>
                <a:lnTo>
                  <a:pt x="859937" y="4559550"/>
                </a:lnTo>
                <a:lnTo>
                  <a:pt x="871153" y="4514575"/>
                </a:lnTo>
                <a:lnTo>
                  <a:pt x="881998" y="4469455"/>
                </a:lnTo>
                <a:lnTo>
                  <a:pt x="892472" y="4424192"/>
                </a:lnTo>
                <a:lnTo>
                  <a:pt x="902572" y="4378786"/>
                </a:lnTo>
                <a:lnTo>
                  <a:pt x="912297" y="4333241"/>
                </a:lnTo>
                <a:lnTo>
                  <a:pt x="921645" y="4287557"/>
                </a:lnTo>
                <a:lnTo>
                  <a:pt x="930614" y="4241736"/>
                </a:lnTo>
                <a:lnTo>
                  <a:pt x="939203" y="4195780"/>
                </a:lnTo>
                <a:lnTo>
                  <a:pt x="947410" y="4149691"/>
                </a:lnTo>
                <a:lnTo>
                  <a:pt x="955233" y="4103470"/>
                </a:lnTo>
                <a:lnTo>
                  <a:pt x="962671" y="4057119"/>
                </a:lnTo>
                <a:lnTo>
                  <a:pt x="969722" y="4010640"/>
                </a:lnTo>
                <a:lnTo>
                  <a:pt x="976384" y="3964035"/>
                </a:lnTo>
                <a:lnTo>
                  <a:pt x="982655" y="3917304"/>
                </a:lnTo>
                <a:lnTo>
                  <a:pt x="988534" y="3870451"/>
                </a:lnTo>
                <a:lnTo>
                  <a:pt x="994019" y="3823476"/>
                </a:lnTo>
                <a:lnTo>
                  <a:pt x="999108" y="3776381"/>
                </a:lnTo>
                <a:lnTo>
                  <a:pt x="1003800" y="3729168"/>
                </a:lnTo>
                <a:lnTo>
                  <a:pt x="1008093" y="3681839"/>
                </a:lnTo>
                <a:lnTo>
                  <a:pt x="1011985" y="3634395"/>
                </a:lnTo>
                <a:lnTo>
                  <a:pt x="1015475" y="3586839"/>
                </a:lnTo>
                <a:lnTo>
                  <a:pt x="1018561" y="3539171"/>
                </a:lnTo>
                <a:lnTo>
                  <a:pt x="1021240" y="3491393"/>
                </a:lnTo>
                <a:lnTo>
                  <a:pt x="1023512" y="3443508"/>
                </a:lnTo>
                <a:lnTo>
                  <a:pt x="1025375" y="3395517"/>
                </a:lnTo>
                <a:lnTo>
                  <a:pt x="1026827" y="3347421"/>
                </a:lnTo>
                <a:lnTo>
                  <a:pt x="1027866" y="3299223"/>
                </a:lnTo>
                <a:lnTo>
                  <a:pt x="1028491" y="3250923"/>
                </a:lnTo>
                <a:lnTo>
                  <a:pt x="1028700" y="3202524"/>
                </a:lnTo>
                <a:lnTo>
                  <a:pt x="1028491" y="3154128"/>
                </a:lnTo>
                <a:lnTo>
                  <a:pt x="1027866" y="3105830"/>
                </a:lnTo>
                <a:lnTo>
                  <a:pt x="1026827" y="3057634"/>
                </a:lnTo>
                <a:lnTo>
                  <a:pt x="1025375" y="3009540"/>
                </a:lnTo>
                <a:lnTo>
                  <a:pt x="1023512" y="2961551"/>
                </a:lnTo>
                <a:lnTo>
                  <a:pt x="1021240" y="2913667"/>
                </a:lnTo>
                <a:lnTo>
                  <a:pt x="1018561" y="2865892"/>
                </a:lnTo>
                <a:lnTo>
                  <a:pt x="1015475" y="2818225"/>
                </a:lnTo>
                <a:lnTo>
                  <a:pt x="1011985" y="2770671"/>
                </a:lnTo>
                <a:lnTo>
                  <a:pt x="1008093" y="2723229"/>
                </a:lnTo>
                <a:lnTo>
                  <a:pt x="1003800" y="2675901"/>
                </a:lnTo>
                <a:lnTo>
                  <a:pt x="999108" y="2628690"/>
                </a:lnTo>
                <a:lnTo>
                  <a:pt x="994019" y="2581597"/>
                </a:lnTo>
                <a:lnTo>
                  <a:pt x="988534" y="2534623"/>
                </a:lnTo>
                <a:lnTo>
                  <a:pt x="982655" y="2487771"/>
                </a:lnTo>
                <a:lnTo>
                  <a:pt x="976384" y="2441042"/>
                </a:lnTo>
                <a:lnTo>
                  <a:pt x="969722" y="2394438"/>
                </a:lnTo>
                <a:lnTo>
                  <a:pt x="962671" y="2347961"/>
                </a:lnTo>
                <a:lnTo>
                  <a:pt x="955233" y="2301611"/>
                </a:lnTo>
                <a:lnTo>
                  <a:pt x="947410" y="2255392"/>
                </a:lnTo>
                <a:lnTo>
                  <a:pt x="939203" y="2209304"/>
                </a:lnTo>
                <a:lnTo>
                  <a:pt x="930614" y="2163349"/>
                </a:lnTo>
                <a:lnTo>
                  <a:pt x="921645" y="2117530"/>
                </a:lnTo>
                <a:lnTo>
                  <a:pt x="912297" y="2071847"/>
                </a:lnTo>
                <a:lnTo>
                  <a:pt x="902572" y="2026303"/>
                </a:lnTo>
                <a:lnTo>
                  <a:pt x="892472" y="1980899"/>
                </a:lnTo>
                <a:lnTo>
                  <a:pt x="881998" y="1935637"/>
                </a:lnTo>
                <a:lnTo>
                  <a:pt x="871153" y="1890518"/>
                </a:lnTo>
                <a:lnTo>
                  <a:pt x="859937" y="1845544"/>
                </a:lnTo>
                <a:lnTo>
                  <a:pt x="848353" y="1800718"/>
                </a:lnTo>
                <a:lnTo>
                  <a:pt x="836402" y="1756040"/>
                </a:lnTo>
                <a:lnTo>
                  <a:pt x="824087" y="1711513"/>
                </a:lnTo>
                <a:lnTo>
                  <a:pt x="811408" y="1667137"/>
                </a:lnTo>
                <a:lnTo>
                  <a:pt x="798367" y="1622915"/>
                </a:lnTo>
                <a:lnTo>
                  <a:pt x="784967" y="1578849"/>
                </a:lnTo>
                <a:lnTo>
                  <a:pt x="771208" y="1534940"/>
                </a:lnTo>
                <a:lnTo>
                  <a:pt x="757093" y="1491190"/>
                </a:lnTo>
                <a:lnTo>
                  <a:pt x="742623" y="1447601"/>
                </a:lnTo>
                <a:lnTo>
                  <a:pt x="727800" y="1404174"/>
                </a:lnTo>
                <a:lnTo>
                  <a:pt x="712625" y="1360910"/>
                </a:lnTo>
                <a:lnTo>
                  <a:pt x="697101" y="1317813"/>
                </a:lnTo>
                <a:lnTo>
                  <a:pt x="681229" y="1274883"/>
                </a:lnTo>
                <a:lnTo>
                  <a:pt x="665011" y="1232122"/>
                </a:lnTo>
                <a:lnTo>
                  <a:pt x="648448" y="1189531"/>
                </a:lnTo>
                <a:lnTo>
                  <a:pt x="631542" y="1147114"/>
                </a:lnTo>
                <a:lnTo>
                  <a:pt x="614295" y="1104870"/>
                </a:lnTo>
                <a:lnTo>
                  <a:pt x="596709" y="1062803"/>
                </a:lnTo>
                <a:lnTo>
                  <a:pt x="578785" y="1020913"/>
                </a:lnTo>
                <a:lnTo>
                  <a:pt x="560525" y="979202"/>
                </a:lnTo>
                <a:lnTo>
                  <a:pt x="541930" y="937673"/>
                </a:lnTo>
                <a:lnTo>
                  <a:pt x="523003" y="896326"/>
                </a:lnTo>
                <a:lnTo>
                  <a:pt x="503745" y="855163"/>
                </a:lnTo>
                <a:lnTo>
                  <a:pt x="484158" y="814187"/>
                </a:lnTo>
                <a:lnTo>
                  <a:pt x="464243" y="773399"/>
                </a:lnTo>
                <a:lnTo>
                  <a:pt x="444002" y="732800"/>
                </a:lnTo>
                <a:lnTo>
                  <a:pt x="423437" y="692392"/>
                </a:lnTo>
                <a:lnTo>
                  <a:pt x="402550" y="652177"/>
                </a:lnTo>
                <a:lnTo>
                  <a:pt x="381342" y="612157"/>
                </a:lnTo>
                <a:lnTo>
                  <a:pt x="359815" y="572334"/>
                </a:lnTo>
                <a:lnTo>
                  <a:pt x="337971" y="532708"/>
                </a:lnTo>
                <a:lnTo>
                  <a:pt x="315811" y="493282"/>
                </a:lnTo>
                <a:lnTo>
                  <a:pt x="293337" y="454058"/>
                </a:lnTo>
                <a:lnTo>
                  <a:pt x="270551" y="415037"/>
                </a:lnTo>
                <a:lnTo>
                  <a:pt x="247455" y="376221"/>
                </a:lnTo>
                <a:lnTo>
                  <a:pt x="224050" y="337611"/>
                </a:lnTo>
                <a:lnTo>
                  <a:pt x="200337" y="299210"/>
                </a:lnTo>
                <a:lnTo>
                  <a:pt x="176319" y="261018"/>
                </a:lnTo>
                <a:lnTo>
                  <a:pt x="151998" y="223038"/>
                </a:lnTo>
                <a:lnTo>
                  <a:pt x="127374" y="185272"/>
                </a:lnTo>
                <a:lnTo>
                  <a:pt x="102451" y="147721"/>
                </a:lnTo>
                <a:lnTo>
                  <a:pt x="77228" y="110386"/>
                </a:lnTo>
                <a:lnTo>
                  <a:pt x="51709" y="73271"/>
                </a:lnTo>
                <a:lnTo>
                  <a:pt x="25895" y="36375"/>
                </a:lnTo>
                <a:lnTo>
                  <a:pt x="0" y="0"/>
                </a:lnTo>
              </a:path>
            </a:pathLst>
          </a:custGeom>
          <a:ln w="514350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83970" y="384543"/>
            <a:ext cx="4363738" cy="108111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38248" y="1629536"/>
            <a:ext cx="1416558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0" b="1">
                <a:latin typeface="Cambria"/>
                <a:cs typeface="Cambria"/>
              </a:rPr>
              <a:t>Vel</a:t>
            </a:r>
            <a:r>
              <a:rPr dirty="0" sz="3200" spc="-85" b="1">
                <a:latin typeface="Cambria"/>
                <a:cs typeface="Cambria"/>
              </a:rPr>
              <a:t> </a:t>
            </a:r>
            <a:r>
              <a:rPr dirty="0" sz="3200" spc="-55" b="1">
                <a:latin typeface="Cambria"/>
                <a:cs typeface="Cambria"/>
              </a:rPr>
              <a:t>Tech</a:t>
            </a:r>
            <a:r>
              <a:rPr dirty="0" sz="3200" spc="-90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Rangarajan</a:t>
            </a:r>
            <a:r>
              <a:rPr dirty="0" sz="3200" spc="-105" b="1">
                <a:latin typeface="Cambria"/>
                <a:cs typeface="Cambria"/>
              </a:rPr>
              <a:t> </a:t>
            </a:r>
            <a:r>
              <a:rPr dirty="0" sz="3200" spc="-85" b="1">
                <a:latin typeface="Cambria"/>
                <a:cs typeface="Cambria"/>
              </a:rPr>
              <a:t>Dr.</a:t>
            </a:r>
            <a:r>
              <a:rPr dirty="0" sz="3200" spc="-90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Sagunthala</a:t>
            </a:r>
            <a:r>
              <a:rPr dirty="0" sz="3200" spc="-85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R&amp;D</a:t>
            </a:r>
            <a:r>
              <a:rPr dirty="0" sz="3200" spc="-114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Institute</a:t>
            </a:r>
            <a:r>
              <a:rPr dirty="0" sz="3200" spc="-60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of</a:t>
            </a:r>
            <a:r>
              <a:rPr dirty="0" sz="3200" spc="-80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Science</a:t>
            </a:r>
            <a:r>
              <a:rPr dirty="0" sz="3200" spc="-80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and</a:t>
            </a:r>
            <a:r>
              <a:rPr dirty="0" sz="3200" spc="-80" b="1">
                <a:latin typeface="Cambria"/>
                <a:cs typeface="Cambria"/>
              </a:rPr>
              <a:t> </a:t>
            </a:r>
            <a:r>
              <a:rPr dirty="0" sz="3200" spc="-10" b="1">
                <a:latin typeface="Cambria"/>
                <a:cs typeface="Cambria"/>
              </a:rPr>
              <a:t>Technology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162545" y="2116912"/>
            <a:ext cx="4321810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dirty="0" sz="3600" spc="-2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360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dirty="0" sz="3600" spc="-15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3600" spc="-1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82061" y="2506705"/>
            <a:ext cx="13223875" cy="3958590"/>
          </a:xfrm>
          <a:prstGeom prst="rect">
            <a:avLst/>
          </a:prstGeom>
        </p:spPr>
        <p:txBody>
          <a:bodyPr wrap="square" lIns="0" tIns="172720" rIns="0" bIns="0" rtlCol="0" vert="horz">
            <a:spAutoFit/>
          </a:bodyPr>
          <a:lstStyle/>
          <a:p>
            <a:pPr algn="ctr" marR="135890">
              <a:lnSpc>
                <a:spcPct val="100000"/>
              </a:lnSpc>
              <a:spcBef>
                <a:spcPts val="1360"/>
              </a:spcBef>
            </a:pPr>
            <a:r>
              <a:rPr dirty="0" sz="3200" b="1">
                <a:latin typeface="Cambria"/>
                <a:cs typeface="Cambria"/>
              </a:rPr>
              <a:t>Department</a:t>
            </a:r>
            <a:r>
              <a:rPr dirty="0" sz="3200" spc="-90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of</a:t>
            </a:r>
            <a:r>
              <a:rPr dirty="0" sz="3200" spc="-70" b="1">
                <a:latin typeface="Cambria"/>
                <a:cs typeface="Cambria"/>
              </a:rPr>
              <a:t> </a:t>
            </a:r>
            <a:r>
              <a:rPr dirty="0" sz="3200" spc="-10" b="1">
                <a:latin typeface="Cambria"/>
                <a:cs typeface="Cambria"/>
              </a:rPr>
              <a:t>Computer</a:t>
            </a:r>
            <a:r>
              <a:rPr dirty="0" sz="3200" spc="-75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Science</a:t>
            </a:r>
            <a:r>
              <a:rPr dirty="0" sz="3200" spc="-70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and</a:t>
            </a:r>
            <a:r>
              <a:rPr dirty="0" sz="3200" spc="-80" b="1">
                <a:latin typeface="Cambria"/>
                <a:cs typeface="Cambria"/>
              </a:rPr>
              <a:t> </a:t>
            </a:r>
            <a:r>
              <a:rPr dirty="0" sz="3200" spc="-10" b="1">
                <a:latin typeface="Cambria"/>
                <a:cs typeface="Cambria"/>
              </a:rPr>
              <a:t>Engineering</a:t>
            </a:r>
            <a:endParaRPr sz="3200">
              <a:latin typeface="Cambria"/>
              <a:cs typeface="Cambria"/>
            </a:endParaRPr>
          </a:p>
          <a:p>
            <a:pPr algn="ctr" marR="135890">
              <a:lnSpc>
                <a:spcPct val="100000"/>
              </a:lnSpc>
              <a:spcBef>
                <a:spcPts val="1090"/>
              </a:spcBef>
            </a:pPr>
            <a:r>
              <a:rPr dirty="0" sz="2800" spc="220" b="1">
                <a:solidFill>
                  <a:srgbClr val="0033CC"/>
                </a:solidFill>
                <a:latin typeface="Cambria"/>
                <a:cs typeface="Cambria"/>
              </a:rPr>
              <a:t>10211CS224</a:t>
            </a:r>
            <a:r>
              <a:rPr dirty="0" sz="2800" spc="390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2800" spc="250" b="1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dirty="0" sz="2800" spc="340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2800" spc="245" b="1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dirty="0" sz="2800" spc="370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2800" spc="305" b="1">
                <a:solidFill>
                  <a:srgbClr val="0033CC"/>
                </a:solidFill>
                <a:latin typeface="Cambria"/>
                <a:cs typeface="Cambria"/>
              </a:rPr>
              <a:t>STACK</a:t>
            </a:r>
            <a:r>
              <a:rPr dirty="0" sz="2800" spc="365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2800" spc="190" b="1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dirty="0" sz="2800" spc="380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2800" spc="250" b="1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dirty="0" sz="2800" spc="370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2800" spc="145" b="1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2800">
              <a:latin typeface="Cambria"/>
              <a:cs typeface="Cambria"/>
            </a:endParaRPr>
          </a:p>
          <a:p>
            <a:pPr algn="ctr" marR="133350">
              <a:lnSpc>
                <a:spcPct val="100000"/>
              </a:lnSpc>
              <a:spcBef>
                <a:spcPts val="1575"/>
              </a:spcBef>
            </a:pPr>
            <a:r>
              <a:rPr dirty="0" sz="3600" b="1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dirty="0" sz="3600" spc="-3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r>
              <a:rPr dirty="0" sz="3600" spc="-3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dirty="0" sz="3600" spc="-3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C00000"/>
                </a:solidFill>
                <a:latin typeface="Arial"/>
                <a:cs typeface="Arial"/>
              </a:rPr>
              <a:t>MILESTONE</a:t>
            </a:r>
            <a:r>
              <a:rPr dirty="0" sz="3600" spc="-3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dirty="0" sz="3600" spc="-4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dirty="0" sz="3600" spc="-3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3600" spc="-50" b="1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3600">
              <a:latin typeface="Arial"/>
              <a:cs typeface="Arial"/>
            </a:endParaRPr>
          </a:p>
          <a:p>
            <a:pPr algn="ctr" marR="133350">
              <a:lnSpc>
                <a:spcPct val="100000"/>
              </a:lnSpc>
              <a:spcBef>
                <a:spcPts val="5"/>
              </a:spcBef>
            </a:pPr>
            <a:r>
              <a:rPr dirty="0" sz="3600" b="1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r>
              <a:rPr dirty="0" sz="3600" spc="-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3600" spc="-10" b="1">
                <a:solidFill>
                  <a:srgbClr val="C00000"/>
                </a:solidFill>
                <a:latin typeface="Arial"/>
                <a:cs typeface="Arial"/>
              </a:rPr>
              <a:t>17-04-</a:t>
            </a:r>
            <a:r>
              <a:rPr dirty="0" sz="3600" spc="-20" b="1">
                <a:solidFill>
                  <a:srgbClr val="C00000"/>
                </a:solidFill>
                <a:latin typeface="Arial"/>
                <a:cs typeface="Arial"/>
              </a:rPr>
              <a:t>2026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00"/>
              </a:spcBef>
            </a:pPr>
            <a:r>
              <a:rPr dirty="0" sz="2400" b="1">
                <a:latin typeface="Calibri"/>
                <a:cs typeface="Calibri"/>
              </a:rPr>
              <a:t>Design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and</a:t>
            </a:r>
            <a:r>
              <a:rPr dirty="0" sz="2400" spc="-7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develop</a:t>
            </a:r>
            <a:r>
              <a:rPr dirty="0" sz="2400" spc="-7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</a:t>
            </a:r>
            <a:r>
              <a:rPr dirty="0" sz="2400" spc="-6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React</a:t>
            </a:r>
            <a:r>
              <a:rPr dirty="0" sz="2400" spc="-7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JS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based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web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application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for</a:t>
            </a:r>
            <a:r>
              <a:rPr dirty="0" sz="2400" spc="-7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Ticket</a:t>
            </a:r>
            <a:r>
              <a:rPr dirty="0" sz="2400" spc="-8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Booking</a:t>
            </a:r>
            <a:r>
              <a:rPr dirty="0" sz="2400" spc="-7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of</a:t>
            </a:r>
            <a:r>
              <a:rPr dirty="0" sz="2400" spc="-7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an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Internal</a:t>
            </a:r>
            <a:r>
              <a:rPr dirty="0" sz="2400" spc="-6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Department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Event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7912" y="7622793"/>
            <a:ext cx="6485890" cy="1397000"/>
          </a:xfrm>
          <a:prstGeom prst="rect">
            <a:avLst/>
          </a:prstGeom>
        </p:spPr>
        <p:txBody>
          <a:bodyPr wrap="square" lIns="0" tIns="241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dirty="0" sz="3000" b="1">
                <a:latin typeface="Cambria"/>
                <a:cs typeface="Cambria"/>
              </a:rPr>
              <a:t>Presented</a:t>
            </a:r>
            <a:r>
              <a:rPr dirty="0" sz="3000" spc="-140" b="1">
                <a:latin typeface="Cambria"/>
                <a:cs typeface="Cambria"/>
              </a:rPr>
              <a:t> </a:t>
            </a:r>
            <a:r>
              <a:rPr dirty="0" sz="3000" spc="-25" b="1">
                <a:latin typeface="Cambria"/>
                <a:cs typeface="Cambria"/>
              </a:rPr>
              <a:t>By:</a:t>
            </a:r>
            <a:endParaRPr sz="3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dirty="0" sz="3000" spc="-70">
                <a:latin typeface="Cambria"/>
                <a:cs typeface="Cambria"/>
              </a:rPr>
              <a:t>P.Sai</a:t>
            </a:r>
            <a:r>
              <a:rPr dirty="0" sz="3000" spc="-100">
                <a:latin typeface="Cambria"/>
                <a:cs typeface="Cambria"/>
              </a:rPr>
              <a:t> </a:t>
            </a:r>
            <a:r>
              <a:rPr dirty="0" sz="3000">
                <a:latin typeface="Cambria"/>
                <a:cs typeface="Cambria"/>
              </a:rPr>
              <a:t>Krishna–</a:t>
            </a:r>
            <a:r>
              <a:rPr dirty="0" sz="3000" spc="-125">
                <a:latin typeface="Cambria"/>
                <a:cs typeface="Cambria"/>
              </a:rPr>
              <a:t> </a:t>
            </a:r>
            <a:r>
              <a:rPr dirty="0" sz="3000">
                <a:latin typeface="Cambria"/>
                <a:cs typeface="Cambria"/>
              </a:rPr>
              <a:t>VTU25913-</a:t>
            </a:r>
            <a:r>
              <a:rPr dirty="0" sz="3000" spc="-70">
                <a:latin typeface="Cambria"/>
                <a:cs typeface="Cambria"/>
              </a:rPr>
              <a:t> </a:t>
            </a:r>
            <a:r>
              <a:rPr dirty="0" sz="3000" spc="-10">
                <a:latin typeface="Cambria"/>
                <a:cs typeface="Cambria"/>
              </a:rPr>
              <a:t>23UECS0842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24743" y="7758379"/>
            <a:ext cx="4551045" cy="1397635"/>
          </a:xfrm>
          <a:prstGeom prst="rect">
            <a:avLst/>
          </a:prstGeom>
        </p:spPr>
        <p:txBody>
          <a:bodyPr wrap="square" lIns="0" tIns="241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dirty="0" sz="3000" b="1">
                <a:latin typeface="Cambria"/>
                <a:cs typeface="Cambria"/>
              </a:rPr>
              <a:t>Courses</a:t>
            </a:r>
            <a:r>
              <a:rPr dirty="0" sz="3000" spc="-40" b="1">
                <a:latin typeface="Cambria"/>
                <a:cs typeface="Cambria"/>
              </a:rPr>
              <a:t> </a:t>
            </a:r>
            <a:r>
              <a:rPr dirty="0" sz="3000" b="1">
                <a:latin typeface="Cambria"/>
                <a:cs typeface="Cambria"/>
              </a:rPr>
              <a:t>Handling</a:t>
            </a:r>
            <a:r>
              <a:rPr dirty="0" sz="3000" spc="-55" b="1">
                <a:latin typeface="Cambria"/>
                <a:cs typeface="Cambria"/>
              </a:rPr>
              <a:t> </a:t>
            </a:r>
            <a:r>
              <a:rPr dirty="0" sz="3000" spc="-10" b="1">
                <a:latin typeface="Cambria"/>
                <a:cs typeface="Cambria"/>
              </a:rPr>
              <a:t>Faculty:</a:t>
            </a:r>
            <a:endParaRPr sz="3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dirty="0" sz="3000" spc="-35">
                <a:latin typeface="Cambria"/>
                <a:cs typeface="Cambria"/>
              </a:rPr>
              <a:t>Dr.Hafizur</a:t>
            </a:r>
            <a:r>
              <a:rPr dirty="0" sz="3000" spc="-70">
                <a:latin typeface="Cambria"/>
                <a:cs typeface="Cambria"/>
              </a:rPr>
              <a:t> </a:t>
            </a:r>
            <a:r>
              <a:rPr dirty="0" sz="3000" spc="-10">
                <a:latin typeface="Cambria"/>
                <a:cs typeface="Cambria"/>
              </a:rPr>
              <a:t>Rahaman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2069" y="7224776"/>
            <a:ext cx="49930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"/>
                <a:cs typeface="Cambria"/>
              </a:rPr>
              <a:t>SDG:</a:t>
            </a:r>
            <a:r>
              <a:rPr dirty="0" sz="1800" spc="-2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SDG</a:t>
            </a:r>
            <a:r>
              <a:rPr dirty="0" sz="1800" spc="-1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9 </a:t>
            </a:r>
            <a:r>
              <a:rPr dirty="0" sz="1800" spc="-20">
                <a:latin typeface="Cambria"/>
                <a:cs typeface="Cambria"/>
              </a:rPr>
              <a:t>Industry,</a:t>
            </a:r>
            <a:r>
              <a:rPr dirty="0" sz="1800" spc="5">
                <a:latin typeface="Cambria"/>
                <a:cs typeface="Cambria"/>
              </a:rPr>
              <a:t> </a:t>
            </a:r>
            <a:r>
              <a:rPr dirty="0" sz="1800" spc="-10">
                <a:latin typeface="Cambria"/>
                <a:cs typeface="Cambria"/>
              </a:rPr>
              <a:t>Innovation</a:t>
            </a:r>
            <a:r>
              <a:rPr dirty="0" sz="1800" spc="-6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and</a:t>
            </a:r>
            <a:r>
              <a:rPr dirty="0" sz="1800" spc="-5">
                <a:latin typeface="Cambria"/>
                <a:cs typeface="Cambria"/>
              </a:rPr>
              <a:t> </a:t>
            </a:r>
            <a:r>
              <a:rPr dirty="0" sz="1800" spc="-10">
                <a:latin typeface="Cambria"/>
                <a:cs typeface="Cambria"/>
              </a:rPr>
              <a:t>Infrastructure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06081" y="1952244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5">
                <a:moveTo>
                  <a:pt x="496227" y="0"/>
                </a:moveTo>
                <a:lnTo>
                  <a:pt x="448437" y="2271"/>
                </a:lnTo>
                <a:lnTo>
                  <a:pt x="401933" y="8945"/>
                </a:lnTo>
                <a:lnTo>
                  <a:pt x="356922" y="19816"/>
                </a:lnTo>
                <a:lnTo>
                  <a:pt x="313612" y="34675"/>
                </a:lnTo>
                <a:lnTo>
                  <a:pt x="272211" y="53314"/>
                </a:lnTo>
                <a:lnTo>
                  <a:pt x="232927" y="75525"/>
                </a:lnTo>
                <a:lnTo>
                  <a:pt x="195968" y="101101"/>
                </a:lnTo>
                <a:lnTo>
                  <a:pt x="161541" y="129834"/>
                </a:lnTo>
                <a:lnTo>
                  <a:pt x="129856" y="161516"/>
                </a:lnTo>
                <a:lnTo>
                  <a:pt x="101119" y="195938"/>
                </a:lnTo>
                <a:lnTo>
                  <a:pt x="75539" y="232894"/>
                </a:lnTo>
                <a:lnTo>
                  <a:pt x="53324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79"/>
                </a:lnTo>
                <a:lnTo>
                  <a:pt x="8947" y="590484"/>
                </a:lnTo>
                <a:lnTo>
                  <a:pt x="19820" y="635494"/>
                </a:lnTo>
                <a:lnTo>
                  <a:pt x="34682" y="678803"/>
                </a:lnTo>
                <a:lnTo>
                  <a:pt x="53324" y="720202"/>
                </a:lnTo>
                <a:lnTo>
                  <a:pt x="75539" y="759483"/>
                </a:lnTo>
                <a:lnTo>
                  <a:pt x="101119" y="796439"/>
                </a:lnTo>
                <a:lnTo>
                  <a:pt x="129856" y="830861"/>
                </a:lnTo>
                <a:lnTo>
                  <a:pt x="161541" y="862543"/>
                </a:lnTo>
                <a:lnTo>
                  <a:pt x="195968" y="891276"/>
                </a:lnTo>
                <a:lnTo>
                  <a:pt x="232927" y="916852"/>
                </a:lnTo>
                <a:lnTo>
                  <a:pt x="272211" y="939063"/>
                </a:lnTo>
                <a:lnTo>
                  <a:pt x="313612" y="957702"/>
                </a:lnTo>
                <a:lnTo>
                  <a:pt x="356922" y="972561"/>
                </a:lnTo>
                <a:lnTo>
                  <a:pt x="401933" y="983432"/>
                </a:lnTo>
                <a:lnTo>
                  <a:pt x="448437" y="990106"/>
                </a:lnTo>
                <a:lnTo>
                  <a:pt x="496227" y="992377"/>
                </a:lnTo>
                <a:lnTo>
                  <a:pt x="544017" y="990106"/>
                </a:lnTo>
                <a:lnTo>
                  <a:pt x="590522" y="983432"/>
                </a:lnTo>
                <a:lnTo>
                  <a:pt x="635532" y="972561"/>
                </a:lnTo>
                <a:lnTo>
                  <a:pt x="678841" y="957702"/>
                </a:lnTo>
                <a:lnTo>
                  <a:pt x="720240" y="939063"/>
                </a:lnTo>
                <a:lnTo>
                  <a:pt x="759521" y="916852"/>
                </a:lnTo>
                <a:lnTo>
                  <a:pt x="796477" y="891276"/>
                </a:lnTo>
                <a:lnTo>
                  <a:pt x="830899" y="862543"/>
                </a:lnTo>
                <a:lnTo>
                  <a:pt x="862581" y="830861"/>
                </a:lnTo>
                <a:lnTo>
                  <a:pt x="891314" y="796439"/>
                </a:lnTo>
                <a:lnTo>
                  <a:pt x="916890" y="759483"/>
                </a:lnTo>
                <a:lnTo>
                  <a:pt x="939101" y="720202"/>
                </a:lnTo>
                <a:lnTo>
                  <a:pt x="957740" y="678803"/>
                </a:lnTo>
                <a:lnTo>
                  <a:pt x="972599" y="635494"/>
                </a:lnTo>
                <a:lnTo>
                  <a:pt x="983470" y="590484"/>
                </a:lnTo>
                <a:lnTo>
                  <a:pt x="990144" y="543979"/>
                </a:lnTo>
                <a:lnTo>
                  <a:pt x="992416" y="496188"/>
                </a:lnTo>
                <a:lnTo>
                  <a:pt x="990144" y="448398"/>
                </a:lnTo>
                <a:lnTo>
                  <a:pt x="983470" y="401893"/>
                </a:lnTo>
                <a:lnTo>
                  <a:pt x="972599" y="356883"/>
                </a:lnTo>
                <a:lnTo>
                  <a:pt x="957740" y="313574"/>
                </a:lnTo>
                <a:lnTo>
                  <a:pt x="939101" y="272175"/>
                </a:lnTo>
                <a:lnTo>
                  <a:pt x="916890" y="232894"/>
                </a:lnTo>
                <a:lnTo>
                  <a:pt x="891314" y="195938"/>
                </a:lnTo>
                <a:lnTo>
                  <a:pt x="862581" y="161516"/>
                </a:lnTo>
                <a:lnTo>
                  <a:pt x="830899" y="129834"/>
                </a:lnTo>
                <a:lnTo>
                  <a:pt x="796477" y="101101"/>
                </a:lnTo>
                <a:lnTo>
                  <a:pt x="759521" y="75525"/>
                </a:lnTo>
                <a:lnTo>
                  <a:pt x="720240" y="53314"/>
                </a:lnTo>
                <a:lnTo>
                  <a:pt x="678841" y="34675"/>
                </a:lnTo>
                <a:lnTo>
                  <a:pt x="635532" y="19816"/>
                </a:lnTo>
                <a:lnTo>
                  <a:pt x="590522" y="8945"/>
                </a:lnTo>
                <a:lnTo>
                  <a:pt x="544017" y="2271"/>
                </a:lnTo>
                <a:lnTo>
                  <a:pt x="496227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27556" y="2198878"/>
            <a:ext cx="14859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70">
                <a:solidFill>
                  <a:srgbClr val="FFFDFD"/>
                </a:solidFill>
                <a:latin typeface="Tahoma"/>
                <a:cs typeface="Tahoma"/>
              </a:rPr>
              <a:t>1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8232" y="444728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1" y="539435"/>
                </a:lnTo>
                <a:lnTo>
                  <a:pt x="342743" y="526810"/>
                </a:lnTo>
                <a:lnTo>
                  <a:pt x="382332" y="506706"/>
                </a:lnTo>
                <a:lnTo>
                  <a:pt x="417800" y="479888"/>
                </a:lnTo>
                <a:lnTo>
                  <a:pt x="448430" y="447122"/>
                </a:lnTo>
                <a:lnTo>
                  <a:pt x="473503" y="409175"/>
                </a:lnTo>
                <a:lnTo>
                  <a:pt x="492302" y="366812"/>
                </a:lnTo>
                <a:lnTo>
                  <a:pt x="504108" y="320801"/>
                </a:lnTo>
                <a:lnTo>
                  <a:pt x="508203" y="271906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16583" y="4570221"/>
            <a:ext cx="1708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8232" y="3107308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4"/>
                </a:lnTo>
                <a:lnTo>
                  <a:pt x="299751" y="539435"/>
                </a:lnTo>
                <a:lnTo>
                  <a:pt x="342743" y="526810"/>
                </a:lnTo>
                <a:lnTo>
                  <a:pt x="382332" y="506706"/>
                </a:lnTo>
                <a:lnTo>
                  <a:pt x="417800" y="479888"/>
                </a:lnTo>
                <a:lnTo>
                  <a:pt x="448430" y="447122"/>
                </a:lnTo>
                <a:lnTo>
                  <a:pt x="473503" y="409175"/>
                </a:lnTo>
                <a:lnTo>
                  <a:pt x="492302" y="366812"/>
                </a:lnTo>
                <a:lnTo>
                  <a:pt x="504108" y="320801"/>
                </a:lnTo>
                <a:lnTo>
                  <a:pt x="508203" y="271907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24203" y="3230118"/>
            <a:ext cx="15557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48232" y="511581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1"/>
                </a:lnTo>
                <a:lnTo>
                  <a:pt x="125839" y="37102"/>
                </a:lnTo>
                <a:lnTo>
                  <a:pt x="90378" y="63914"/>
                </a:lnTo>
                <a:lnTo>
                  <a:pt x="59755" y="96669"/>
                </a:lnTo>
                <a:lnTo>
                  <a:pt x="34688" y="134601"/>
                </a:lnTo>
                <a:lnTo>
                  <a:pt x="15895" y="176941"/>
                </a:lnTo>
                <a:lnTo>
                  <a:pt x="4093" y="222923"/>
                </a:lnTo>
                <a:lnTo>
                  <a:pt x="0" y="271780"/>
                </a:lnTo>
                <a:lnTo>
                  <a:pt x="4093" y="320674"/>
                </a:lnTo>
                <a:lnTo>
                  <a:pt x="15895" y="366685"/>
                </a:lnTo>
                <a:lnTo>
                  <a:pt x="34688" y="409048"/>
                </a:lnTo>
                <a:lnTo>
                  <a:pt x="59755" y="446995"/>
                </a:lnTo>
                <a:lnTo>
                  <a:pt x="90378" y="479761"/>
                </a:lnTo>
                <a:lnTo>
                  <a:pt x="125839" y="506579"/>
                </a:lnTo>
                <a:lnTo>
                  <a:pt x="165420" y="526683"/>
                </a:lnTo>
                <a:lnTo>
                  <a:pt x="208405" y="539308"/>
                </a:lnTo>
                <a:lnTo>
                  <a:pt x="254076" y="543687"/>
                </a:lnTo>
                <a:lnTo>
                  <a:pt x="299751" y="539308"/>
                </a:lnTo>
                <a:lnTo>
                  <a:pt x="342743" y="526683"/>
                </a:lnTo>
                <a:lnTo>
                  <a:pt x="382332" y="506579"/>
                </a:lnTo>
                <a:lnTo>
                  <a:pt x="417800" y="479761"/>
                </a:lnTo>
                <a:lnTo>
                  <a:pt x="448430" y="446995"/>
                </a:lnTo>
                <a:lnTo>
                  <a:pt x="473503" y="409048"/>
                </a:lnTo>
                <a:lnTo>
                  <a:pt x="492302" y="366685"/>
                </a:lnTo>
                <a:lnTo>
                  <a:pt x="504108" y="320674"/>
                </a:lnTo>
                <a:lnTo>
                  <a:pt x="508203" y="271780"/>
                </a:lnTo>
                <a:lnTo>
                  <a:pt x="504108" y="222923"/>
                </a:lnTo>
                <a:lnTo>
                  <a:pt x="492302" y="176941"/>
                </a:lnTo>
                <a:lnTo>
                  <a:pt x="473503" y="134601"/>
                </a:lnTo>
                <a:lnTo>
                  <a:pt x="448430" y="96669"/>
                </a:lnTo>
                <a:lnTo>
                  <a:pt x="417800" y="63914"/>
                </a:lnTo>
                <a:lnTo>
                  <a:pt x="382332" y="37102"/>
                </a:lnTo>
                <a:lnTo>
                  <a:pt x="342743" y="17001"/>
                </a:lnTo>
                <a:lnTo>
                  <a:pt x="299751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122680" y="5238750"/>
            <a:ext cx="1581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48232" y="37764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1" y="539431"/>
                </a:lnTo>
                <a:lnTo>
                  <a:pt x="342743" y="526796"/>
                </a:lnTo>
                <a:lnTo>
                  <a:pt x="382332" y="506678"/>
                </a:lnTo>
                <a:lnTo>
                  <a:pt x="417800" y="479846"/>
                </a:lnTo>
                <a:lnTo>
                  <a:pt x="448430" y="447070"/>
                </a:lnTo>
                <a:lnTo>
                  <a:pt x="473503" y="409118"/>
                </a:lnTo>
                <a:lnTo>
                  <a:pt x="492302" y="366761"/>
                </a:lnTo>
                <a:lnTo>
                  <a:pt x="504108" y="320767"/>
                </a:lnTo>
                <a:lnTo>
                  <a:pt x="508203" y="271906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22680" y="3899407"/>
            <a:ext cx="1581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48232" y="645579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1"/>
                </a:lnTo>
                <a:lnTo>
                  <a:pt x="125839" y="37102"/>
                </a:lnTo>
                <a:lnTo>
                  <a:pt x="90378" y="63914"/>
                </a:lnTo>
                <a:lnTo>
                  <a:pt x="59755" y="96669"/>
                </a:lnTo>
                <a:lnTo>
                  <a:pt x="34688" y="134601"/>
                </a:lnTo>
                <a:lnTo>
                  <a:pt x="15895" y="176941"/>
                </a:lnTo>
                <a:lnTo>
                  <a:pt x="4093" y="222923"/>
                </a:lnTo>
                <a:lnTo>
                  <a:pt x="0" y="271780"/>
                </a:lnTo>
                <a:lnTo>
                  <a:pt x="4093" y="320674"/>
                </a:lnTo>
                <a:lnTo>
                  <a:pt x="15895" y="366685"/>
                </a:lnTo>
                <a:lnTo>
                  <a:pt x="34688" y="409048"/>
                </a:lnTo>
                <a:lnTo>
                  <a:pt x="59755" y="446995"/>
                </a:lnTo>
                <a:lnTo>
                  <a:pt x="90378" y="479761"/>
                </a:lnTo>
                <a:lnTo>
                  <a:pt x="125839" y="506579"/>
                </a:lnTo>
                <a:lnTo>
                  <a:pt x="165420" y="526683"/>
                </a:lnTo>
                <a:lnTo>
                  <a:pt x="208405" y="539308"/>
                </a:lnTo>
                <a:lnTo>
                  <a:pt x="254076" y="543687"/>
                </a:lnTo>
                <a:lnTo>
                  <a:pt x="299751" y="539308"/>
                </a:lnTo>
                <a:lnTo>
                  <a:pt x="342743" y="526683"/>
                </a:lnTo>
                <a:lnTo>
                  <a:pt x="382332" y="506579"/>
                </a:lnTo>
                <a:lnTo>
                  <a:pt x="417800" y="479761"/>
                </a:lnTo>
                <a:lnTo>
                  <a:pt x="448430" y="446995"/>
                </a:lnTo>
                <a:lnTo>
                  <a:pt x="473503" y="409048"/>
                </a:lnTo>
                <a:lnTo>
                  <a:pt x="492302" y="366685"/>
                </a:lnTo>
                <a:lnTo>
                  <a:pt x="504108" y="320674"/>
                </a:lnTo>
                <a:lnTo>
                  <a:pt x="508203" y="271780"/>
                </a:lnTo>
                <a:lnTo>
                  <a:pt x="504108" y="222923"/>
                </a:lnTo>
                <a:lnTo>
                  <a:pt x="492302" y="176941"/>
                </a:lnTo>
                <a:lnTo>
                  <a:pt x="473503" y="134601"/>
                </a:lnTo>
                <a:lnTo>
                  <a:pt x="448430" y="96669"/>
                </a:lnTo>
                <a:lnTo>
                  <a:pt x="417800" y="63914"/>
                </a:lnTo>
                <a:lnTo>
                  <a:pt x="382332" y="37102"/>
                </a:lnTo>
                <a:lnTo>
                  <a:pt x="342743" y="17001"/>
                </a:lnTo>
                <a:lnTo>
                  <a:pt x="299751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24203" y="6578854"/>
            <a:ext cx="15494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48232" y="578485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1" y="539435"/>
                </a:lnTo>
                <a:lnTo>
                  <a:pt x="342743" y="526810"/>
                </a:lnTo>
                <a:lnTo>
                  <a:pt x="382332" y="506706"/>
                </a:lnTo>
                <a:lnTo>
                  <a:pt x="417800" y="479888"/>
                </a:lnTo>
                <a:lnTo>
                  <a:pt x="448430" y="447122"/>
                </a:lnTo>
                <a:lnTo>
                  <a:pt x="473503" y="409175"/>
                </a:lnTo>
                <a:lnTo>
                  <a:pt x="492302" y="366812"/>
                </a:lnTo>
                <a:lnTo>
                  <a:pt x="504108" y="320801"/>
                </a:lnTo>
                <a:lnTo>
                  <a:pt x="508203" y="271907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119632" y="5908039"/>
            <a:ext cx="16573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8232" y="712330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4"/>
                </a:lnTo>
                <a:lnTo>
                  <a:pt x="299751" y="539435"/>
                </a:lnTo>
                <a:lnTo>
                  <a:pt x="342743" y="526810"/>
                </a:lnTo>
                <a:lnTo>
                  <a:pt x="382332" y="506706"/>
                </a:lnTo>
                <a:lnTo>
                  <a:pt x="417800" y="479888"/>
                </a:lnTo>
                <a:lnTo>
                  <a:pt x="448430" y="447122"/>
                </a:lnTo>
                <a:lnTo>
                  <a:pt x="473503" y="409175"/>
                </a:lnTo>
                <a:lnTo>
                  <a:pt x="492302" y="366812"/>
                </a:lnTo>
                <a:lnTo>
                  <a:pt x="504108" y="320801"/>
                </a:lnTo>
                <a:lnTo>
                  <a:pt x="508203" y="271907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121155" y="7246746"/>
            <a:ext cx="16192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9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48232" y="77909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1" y="539435"/>
                </a:lnTo>
                <a:lnTo>
                  <a:pt x="342743" y="526810"/>
                </a:lnTo>
                <a:lnTo>
                  <a:pt x="382332" y="506706"/>
                </a:lnTo>
                <a:lnTo>
                  <a:pt x="417800" y="479888"/>
                </a:lnTo>
                <a:lnTo>
                  <a:pt x="448430" y="447122"/>
                </a:lnTo>
                <a:lnTo>
                  <a:pt x="473503" y="409175"/>
                </a:lnTo>
                <a:lnTo>
                  <a:pt x="492302" y="366812"/>
                </a:lnTo>
                <a:lnTo>
                  <a:pt x="504108" y="320801"/>
                </a:lnTo>
                <a:lnTo>
                  <a:pt x="508203" y="271906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119632" y="7914513"/>
            <a:ext cx="16573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464" rIns="0" bIns="0" rtlCol="0" vert="horz">
            <a:spAutoFit/>
          </a:bodyPr>
          <a:lstStyle/>
          <a:p>
            <a:pPr marL="322707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INTRODUCTION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469642" y="2542413"/>
            <a:ext cx="14892019" cy="55733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14629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today’s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digital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era,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managing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campus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events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such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workshops,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seminars,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technical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fests </a:t>
            </a:r>
            <a:r>
              <a:rPr dirty="0" sz="2800">
                <a:latin typeface="Calibri"/>
                <a:cs typeface="Calibri"/>
              </a:rPr>
              <a:t>manually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time-</a:t>
            </a:r>
            <a:r>
              <a:rPr dirty="0" sz="2800">
                <a:latin typeface="Calibri"/>
                <a:cs typeface="Calibri"/>
              </a:rPr>
              <a:t>consuming,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error-</a:t>
            </a:r>
            <a:r>
              <a:rPr dirty="0" sz="2800">
                <a:latin typeface="Calibri"/>
                <a:cs typeface="Calibri"/>
              </a:rPr>
              <a:t>prone,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inefficient.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Traditional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methods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like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notice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boards, </a:t>
            </a:r>
            <a:r>
              <a:rPr dirty="0" sz="2800">
                <a:latin typeface="Calibri"/>
                <a:cs typeface="Calibri"/>
              </a:rPr>
              <a:t>manual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registrations,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paper-</a:t>
            </a:r>
            <a:r>
              <a:rPr dirty="0" sz="2800">
                <a:latin typeface="Calibri"/>
                <a:cs typeface="Calibri"/>
              </a:rPr>
              <a:t>based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tracking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often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lead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poor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communication,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data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loss,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and </a:t>
            </a:r>
            <a:r>
              <a:rPr dirty="0" sz="2800">
                <a:latin typeface="Calibri"/>
                <a:cs typeface="Calibri"/>
              </a:rPr>
              <a:t>difficulty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monitoring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participation.</a:t>
            </a:r>
            <a:endParaRPr sz="2800">
              <a:latin typeface="Calibri"/>
              <a:cs typeface="Calibri"/>
            </a:endParaRPr>
          </a:p>
          <a:p>
            <a:pPr marL="12700" marR="106045">
              <a:lnSpc>
                <a:spcPct val="100000"/>
              </a:lnSpc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Smart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Campus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Event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Management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System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full-</a:t>
            </a:r>
            <a:r>
              <a:rPr dirty="0" sz="2800">
                <a:latin typeface="Calibri"/>
                <a:cs typeface="Calibri"/>
              </a:rPr>
              <a:t>stack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web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application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designed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automate</a:t>
            </a:r>
            <a:r>
              <a:rPr dirty="0" sz="2800">
                <a:latin typeface="Calibri"/>
                <a:cs typeface="Calibri"/>
              </a:rPr>
              <a:t> and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streamline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entire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process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event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management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within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college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university.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system </a:t>
            </a:r>
            <a:r>
              <a:rPr dirty="0" sz="2800">
                <a:latin typeface="Calibri"/>
                <a:cs typeface="Calibri"/>
              </a:rPr>
              <a:t>provides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centralized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platform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where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students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easily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explore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upcoming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events,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register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online,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provide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feedback,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while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administrators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efficiently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manage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event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details,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monitor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registrations,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analyze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participation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statistics.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application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developed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using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modern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technologies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such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Spring</a:t>
            </a:r>
            <a:r>
              <a:rPr dirty="0" sz="2800" spc="-7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Boot</a:t>
            </a:r>
            <a:r>
              <a:rPr dirty="0" sz="2800">
                <a:latin typeface="Calibri"/>
                <a:cs typeface="Calibri"/>
              </a:rPr>
              <a:t>,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Spring</a:t>
            </a:r>
            <a:r>
              <a:rPr dirty="0" sz="2800" spc="-7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MVC</a:t>
            </a:r>
            <a:r>
              <a:rPr dirty="0" sz="2800">
                <a:latin typeface="Calibri"/>
                <a:cs typeface="Calibri"/>
              </a:rPr>
              <a:t>,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Spring </a:t>
            </a:r>
            <a:r>
              <a:rPr dirty="0" sz="2800" b="1">
                <a:latin typeface="Calibri"/>
                <a:cs typeface="Calibri"/>
              </a:rPr>
              <a:t>Data</a:t>
            </a:r>
            <a:r>
              <a:rPr dirty="0" sz="2800" spc="-75" b="1">
                <a:latin typeface="Calibri"/>
                <a:cs typeface="Calibri"/>
              </a:rPr>
              <a:t> </a:t>
            </a:r>
            <a:r>
              <a:rPr dirty="0" sz="2800" spc="-25" b="1">
                <a:latin typeface="Calibri"/>
                <a:cs typeface="Calibri"/>
              </a:rPr>
              <a:t>JPA</a:t>
            </a:r>
            <a:r>
              <a:rPr dirty="0" sz="2800" spc="-75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backend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development,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along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Thymeleaf</a:t>
            </a:r>
            <a:r>
              <a:rPr dirty="0" sz="2800" spc="-10">
                <a:latin typeface="Calibri"/>
                <a:cs typeface="Calibri"/>
              </a:rPr>
              <a:t>,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HTML5</a:t>
            </a:r>
            <a:r>
              <a:rPr dirty="0" sz="2800">
                <a:latin typeface="Calibri"/>
                <a:cs typeface="Calibri"/>
              </a:rPr>
              <a:t>,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CSS3</a:t>
            </a:r>
            <a:r>
              <a:rPr dirty="0" sz="2800" spc="-50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creating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interactive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user-</a:t>
            </a:r>
            <a:r>
              <a:rPr dirty="0" sz="2800">
                <a:latin typeface="Calibri"/>
                <a:cs typeface="Calibri"/>
              </a:rPr>
              <a:t>friendly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frontend.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follows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structured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architecture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proper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separation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concerns, </a:t>
            </a:r>
            <a:r>
              <a:rPr dirty="0" sz="2800">
                <a:latin typeface="Calibri"/>
                <a:cs typeface="Calibri"/>
              </a:rPr>
              <a:t>ensuring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scalability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maintainability.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09358" y="2648076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27" y="0"/>
                </a:moveTo>
                <a:lnTo>
                  <a:pt x="448437" y="2272"/>
                </a:lnTo>
                <a:lnTo>
                  <a:pt x="401933" y="8950"/>
                </a:lnTo>
                <a:lnTo>
                  <a:pt x="356922" y="19827"/>
                </a:lnTo>
                <a:lnTo>
                  <a:pt x="313612" y="34693"/>
                </a:lnTo>
                <a:lnTo>
                  <a:pt x="272211" y="53341"/>
                </a:lnTo>
                <a:lnTo>
                  <a:pt x="232927" y="75562"/>
                </a:lnTo>
                <a:lnTo>
                  <a:pt x="195968" y="101148"/>
                </a:lnTo>
                <a:lnTo>
                  <a:pt x="161541" y="129892"/>
                </a:lnTo>
                <a:lnTo>
                  <a:pt x="129856" y="161585"/>
                </a:lnTo>
                <a:lnTo>
                  <a:pt x="101119" y="196018"/>
                </a:lnTo>
                <a:lnTo>
                  <a:pt x="75539" y="232985"/>
                </a:lnTo>
                <a:lnTo>
                  <a:pt x="53324" y="272276"/>
                </a:lnTo>
                <a:lnTo>
                  <a:pt x="34682" y="313683"/>
                </a:lnTo>
                <a:lnTo>
                  <a:pt x="19820" y="356999"/>
                </a:lnTo>
                <a:lnTo>
                  <a:pt x="8947" y="402015"/>
                </a:lnTo>
                <a:lnTo>
                  <a:pt x="2271" y="448523"/>
                </a:lnTo>
                <a:lnTo>
                  <a:pt x="0" y="496316"/>
                </a:lnTo>
                <a:lnTo>
                  <a:pt x="2271" y="544106"/>
                </a:lnTo>
                <a:lnTo>
                  <a:pt x="8947" y="590611"/>
                </a:lnTo>
                <a:lnTo>
                  <a:pt x="19820" y="635621"/>
                </a:lnTo>
                <a:lnTo>
                  <a:pt x="34682" y="678930"/>
                </a:lnTo>
                <a:lnTo>
                  <a:pt x="53324" y="720329"/>
                </a:lnTo>
                <a:lnTo>
                  <a:pt x="75539" y="759610"/>
                </a:lnTo>
                <a:lnTo>
                  <a:pt x="101119" y="796566"/>
                </a:lnTo>
                <a:lnTo>
                  <a:pt x="129856" y="830988"/>
                </a:lnTo>
                <a:lnTo>
                  <a:pt x="161541" y="862670"/>
                </a:lnTo>
                <a:lnTo>
                  <a:pt x="195968" y="891403"/>
                </a:lnTo>
                <a:lnTo>
                  <a:pt x="232927" y="916979"/>
                </a:lnTo>
                <a:lnTo>
                  <a:pt x="272211" y="939190"/>
                </a:lnTo>
                <a:lnTo>
                  <a:pt x="313612" y="957829"/>
                </a:lnTo>
                <a:lnTo>
                  <a:pt x="356922" y="972688"/>
                </a:lnTo>
                <a:lnTo>
                  <a:pt x="401933" y="983559"/>
                </a:lnTo>
                <a:lnTo>
                  <a:pt x="448437" y="990233"/>
                </a:lnTo>
                <a:lnTo>
                  <a:pt x="496227" y="992504"/>
                </a:lnTo>
                <a:lnTo>
                  <a:pt x="544022" y="990233"/>
                </a:lnTo>
                <a:lnTo>
                  <a:pt x="590530" y="983559"/>
                </a:lnTo>
                <a:lnTo>
                  <a:pt x="635544" y="972688"/>
                </a:lnTo>
                <a:lnTo>
                  <a:pt x="678855" y="957829"/>
                </a:lnTo>
                <a:lnTo>
                  <a:pt x="720256" y="939190"/>
                </a:lnTo>
                <a:lnTo>
                  <a:pt x="759539" y="916979"/>
                </a:lnTo>
                <a:lnTo>
                  <a:pt x="796497" y="891403"/>
                </a:lnTo>
                <a:lnTo>
                  <a:pt x="830921" y="862670"/>
                </a:lnTo>
                <a:lnTo>
                  <a:pt x="862604" y="830988"/>
                </a:lnTo>
                <a:lnTo>
                  <a:pt x="891337" y="796566"/>
                </a:lnTo>
                <a:lnTo>
                  <a:pt x="916914" y="759610"/>
                </a:lnTo>
                <a:lnTo>
                  <a:pt x="939126" y="720329"/>
                </a:lnTo>
                <a:lnTo>
                  <a:pt x="957765" y="678930"/>
                </a:lnTo>
                <a:lnTo>
                  <a:pt x="972624" y="635621"/>
                </a:lnTo>
                <a:lnTo>
                  <a:pt x="983495" y="590611"/>
                </a:lnTo>
                <a:lnTo>
                  <a:pt x="990170" y="544106"/>
                </a:lnTo>
                <a:lnTo>
                  <a:pt x="992441" y="496316"/>
                </a:lnTo>
                <a:lnTo>
                  <a:pt x="990170" y="448523"/>
                </a:lnTo>
                <a:lnTo>
                  <a:pt x="983495" y="402015"/>
                </a:lnTo>
                <a:lnTo>
                  <a:pt x="972624" y="356999"/>
                </a:lnTo>
                <a:lnTo>
                  <a:pt x="957765" y="313683"/>
                </a:lnTo>
                <a:lnTo>
                  <a:pt x="939126" y="272276"/>
                </a:lnTo>
                <a:lnTo>
                  <a:pt x="916914" y="232985"/>
                </a:lnTo>
                <a:lnTo>
                  <a:pt x="891337" y="196018"/>
                </a:lnTo>
                <a:lnTo>
                  <a:pt x="862604" y="161585"/>
                </a:lnTo>
                <a:lnTo>
                  <a:pt x="830921" y="129892"/>
                </a:lnTo>
                <a:lnTo>
                  <a:pt x="796497" y="101148"/>
                </a:lnTo>
                <a:lnTo>
                  <a:pt x="759539" y="75562"/>
                </a:lnTo>
                <a:lnTo>
                  <a:pt x="720256" y="53341"/>
                </a:lnTo>
                <a:lnTo>
                  <a:pt x="678855" y="34693"/>
                </a:lnTo>
                <a:lnTo>
                  <a:pt x="635544" y="19827"/>
                </a:lnTo>
                <a:lnTo>
                  <a:pt x="590530" y="8950"/>
                </a:lnTo>
                <a:lnTo>
                  <a:pt x="544022" y="2272"/>
                </a:lnTo>
                <a:lnTo>
                  <a:pt x="496227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9761" y="2894533"/>
            <a:ext cx="231140" cy="437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80">
                <a:solidFill>
                  <a:srgbClr val="FFFDFD"/>
                </a:solidFill>
                <a:latin typeface="Tahoma"/>
                <a:cs typeface="Tahoma"/>
              </a:rPr>
              <a:t>2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1509" y="442823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19632" y="4551426"/>
            <a:ext cx="1708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1509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53160" y="2105024"/>
            <a:ext cx="10287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1509" y="509409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125727" y="5217032"/>
            <a:ext cx="1581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1509" y="376250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25727" y="3885438"/>
            <a:ext cx="1581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1509" y="642556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27252" y="6548755"/>
            <a:ext cx="15494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1509" y="575983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122680" y="5883020"/>
            <a:ext cx="16573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1509" y="709320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124203" y="7216520"/>
            <a:ext cx="16192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9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51509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122680" y="7884414"/>
            <a:ext cx="16573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464" rIns="0" bIns="0" rtlCol="0" vert="horz">
            <a:spAutoFit/>
          </a:bodyPr>
          <a:lstStyle/>
          <a:p>
            <a:pPr marL="206565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-20"/>
              <a:t> </a:t>
            </a:r>
            <a:r>
              <a:rPr dirty="0" spc="-75"/>
              <a:t>STATEMENT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285492" y="3218814"/>
            <a:ext cx="14818994" cy="4415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5405">
              <a:lnSpc>
                <a:spcPct val="15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many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colleges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universities,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management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campus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events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such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workshops,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seminars,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cultural </a:t>
            </a:r>
            <a:r>
              <a:rPr dirty="0" sz="2400">
                <a:latin typeface="Calibri"/>
                <a:cs typeface="Calibri"/>
              </a:rPr>
              <a:t>activities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still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handled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using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manual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semi-</a:t>
            </a:r>
            <a:r>
              <a:rPr dirty="0" sz="2400">
                <a:latin typeface="Calibri"/>
                <a:cs typeface="Calibri"/>
              </a:rPr>
              <a:t>digital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methods.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Information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about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events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often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shared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through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notice </a:t>
            </a:r>
            <a:r>
              <a:rPr dirty="0" sz="2400">
                <a:latin typeface="Calibri"/>
                <a:cs typeface="Calibri"/>
              </a:rPr>
              <a:t>boards,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emails,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messaging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platforms,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which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lead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miscommunication,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missed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updates,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limited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student engagement.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Additionally,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event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registration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frequently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done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through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paper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forms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unstructured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online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tools, </a:t>
            </a:r>
            <a:r>
              <a:rPr dirty="0" sz="2400">
                <a:latin typeface="Calibri"/>
                <a:cs typeface="Calibri"/>
              </a:rPr>
              <a:t>making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difficult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maintain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accurate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records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track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participation.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50000"/>
              </a:lnSpc>
            </a:pP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administrators,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managing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multiple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events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becomes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challenging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due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lack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centralized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system.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30">
                <a:latin typeface="Calibri"/>
                <a:cs typeface="Calibri"/>
              </a:rPr>
              <a:t>Tasks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such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as </a:t>
            </a:r>
            <a:r>
              <a:rPr dirty="0" sz="2400">
                <a:latin typeface="Calibri"/>
                <a:cs typeface="Calibri"/>
              </a:rPr>
              <a:t>creating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events,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updating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schedules,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handling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registrations,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analyzing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participation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time-</a:t>
            </a:r>
            <a:r>
              <a:rPr dirty="0" sz="2400">
                <a:latin typeface="Calibri"/>
                <a:cs typeface="Calibri"/>
              </a:rPr>
              <a:t>consuming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and </a:t>
            </a:r>
            <a:r>
              <a:rPr dirty="0" sz="2400">
                <a:latin typeface="Calibri"/>
                <a:cs typeface="Calibri"/>
              </a:rPr>
              <a:t>prone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errors.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There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also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limited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capability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filter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events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generate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meaningful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insights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like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registration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statistics.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358" y="3315715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27" y="0"/>
                </a:moveTo>
                <a:lnTo>
                  <a:pt x="448437" y="2272"/>
                </a:lnTo>
                <a:lnTo>
                  <a:pt x="401933" y="8950"/>
                </a:lnTo>
                <a:lnTo>
                  <a:pt x="356922" y="19827"/>
                </a:lnTo>
                <a:lnTo>
                  <a:pt x="313612" y="34693"/>
                </a:lnTo>
                <a:lnTo>
                  <a:pt x="272211" y="53341"/>
                </a:lnTo>
                <a:lnTo>
                  <a:pt x="232927" y="75562"/>
                </a:lnTo>
                <a:lnTo>
                  <a:pt x="195968" y="101148"/>
                </a:lnTo>
                <a:lnTo>
                  <a:pt x="161541" y="129892"/>
                </a:lnTo>
                <a:lnTo>
                  <a:pt x="129856" y="161585"/>
                </a:lnTo>
                <a:lnTo>
                  <a:pt x="101119" y="196018"/>
                </a:lnTo>
                <a:lnTo>
                  <a:pt x="75539" y="232985"/>
                </a:lnTo>
                <a:lnTo>
                  <a:pt x="53324" y="272276"/>
                </a:lnTo>
                <a:lnTo>
                  <a:pt x="34682" y="313683"/>
                </a:lnTo>
                <a:lnTo>
                  <a:pt x="19820" y="356999"/>
                </a:lnTo>
                <a:lnTo>
                  <a:pt x="8947" y="402015"/>
                </a:lnTo>
                <a:lnTo>
                  <a:pt x="2271" y="448523"/>
                </a:lnTo>
                <a:lnTo>
                  <a:pt x="0" y="496315"/>
                </a:lnTo>
                <a:lnTo>
                  <a:pt x="2271" y="544106"/>
                </a:lnTo>
                <a:lnTo>
                  <a:pt x="8947" y="590611"/>
                </a:lnTo>
                <a:lnTo>
                  <a:pt x="19820" y="635621"/>
                </a:lnTo>
                <a:lnTo>
                  <a:pt x="34682" y="678930"/>
                </a:lnTo>
                <a:lnTo>
                  <a:pt x="53324" y="720329"/>
                </a:lnTo>
                <a:lnTo>
                  <a:pt x="75539" y="759610"/>
                </a:lnTo>
                <a:lnTo>
                  <a:pt x="101119" y="796566"/>
                </a:lnTo>
                <a:lnTo>
                  <a:pt x="129856" y="830988"/>
                </a:lnTo>
                <a:lnTo>
                  <a:pt x="161541" y="862670"/>
                </a:lnTo>
                <a:lnTo>
                  <a:pt x="195968" y="891403"/>
                </a:lnTo>
                <a:lnTo>
                  <a:pt x="232927" y="916979"/>
                </a:lnTo>
                <a:lnTo>
                  <a:pt x="272211" y="939190"/>
                </a:lnTo>
                <a:lnTo>
                  <a:pt x="313612" y="957829"/>
                </a:lnTo>
                <a:lnTo>
                  <a:pt x="356922" y="972688"/>
                </a:lnTo>
                <a:lnTo>
                  <a:pt x="401933" y="983559"/>
                </a:lnTo>
                <a:lnTo>
                  <a:pt x="448437" y="990233"/>
                </a:lnTo>
                <a:lnTo>
                  <a:pt x="496227" y="992504"/>
                </a:lnTo>
                <a:lnTo>
                  <a:pt x="544022" y="990233"/>
                </a:lnTo>
                <a:lnTo>
                  <a:pt x="590530" y="983559"/>
                </a:lnTo>
                <a:lnTo>
                  <a:pt x="635544" y="972688"/>
                </a:lnTo>
                <a:lnTo>
                  <a:pt x="678855" y="957829"/>
                </a:lnTo>
                <a:lnTo>
                  <a:pt x="720256" y="939190"/>
                </a:lnTo>
                <a:lnTo>
                  <a:pt x="759539" y="916979"/>
                </a:lnTo>
                <a:lnTo>
                  <a:pt x="796497" y="891403"/>
                </a:lnTo>
                <a:lnTo>
                  <a:pt x="830921" y="862670"/>
                </a:lnTo>
                <a:lnTo>
                  <a:pt x="862604" y="830988"/>
                </a:lnTo>
                <a:lnTo>
                  <a:pt x="891337" y="796566"/>
                </a:lnTo>
                <a:lnTo>
                  <a:pt x="916914" y="759610"/>
                </a:lnTo>
                <a:lnTo>
                  <a:pt x="939126" y="720329"/>
                </a:lnTo>
                <a:lnTo>
                  <a:pt x="957765" y="678930"/>
                </a:lnTo>
                <a:lnTo>
                  <a:pt x="972624" y="635621"/>
                </a:lnTo>
                <a:lnTo>
                  <a:pt x="983495" y="590611"/>
                </a:lnTo>
                <a:lnTo>
                  <a:pt x="990170" y="544106"/>
                </a:lnTo>
                <a:lnTo>
                  <a:pt x="992441" y="496315"/>
                </a:lnTo>
                <a:lnTo>
                  <a:pt x="990170" y="448523"/>
                </a:lnTo>
                <a:lnTo>
                  <a:pt x="983495" y="402015"/>
                </a:lnTo>
                <a:lnTo>
                  <a:pt x="972624" y="356999"/>
                </a:lnTo>
                <a:lnTo>
                  <a:pt x="957765" y="313683"/>
                </a:lnTo>
                <a:lnTo>
                  <a:pt x="939126" y="272276"/>
                </a:lnTo>
                <a:lnTo>
                  <a:pt x="916914" y="232985"/>
                </a:lnTo>
                <a:lnTo>
                  <a:pt x="891337" y="196018"/>
                </a:lnTo>
                <a:lnTo>
                  <a:pt x="862604" y="161585"/>
                </a:lnTo>
                <a:lnTo>
                  <a:pt x="830921" y="129892"/>
                </a:lnTo>
                <a:lnTo>
                  <a:pt x="796497" y="101148"/>
                </a:lnTo>
                <a:lnTo>
                  <a:pt x="759539" y="75562"/>
                </a:lnTo>
                <a:lnTo>
                  <a:pt x="720256" y="53341"/>
                </a:lnTo>
                <a:lnTo>
                  <a:pt x="678855" y="34693"/>
                </a:lnTo>
                <a:lnTo>
                  <a:pt x="635544" y="19827"/>
                </a:lnTo>
                <a:lnTo>
                  <a:pt x="590530" y="8950"/>
                </a:lnTo>
                <a:lnTo>
                  <a:pt x="544022" y="2272"/>
                </a:lnTo>
                <a:lnTo>
                  <a:pt x="496227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86713" y="3562603"/>
            <a:ext cx="23622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125">
                <a:solidFill>
                  <a:srgbClr val="FFFDFD"/>
                </a:solidFill>
                <a:latin typeface="Tahoma"/>
                <a:cs typeface="Tahoma"/>
              </a:rPr>
              <a:t>3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1509" y="442823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19632" y="4551426"/>
            <a:ext cx="1708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1509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51509" y="509409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25727" y="5217032"/>
            <a:ext cx="1581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1509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4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127252" y="2105024"/>
            <a:ext cx="155575" cy="951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1509" y="642556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27252" y="6548755"/>
            <a:ext cx="15494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1509" y="575983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22680" y="5883020"/>
            <a:ext cx="16573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1509" y="709320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51509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122680" y="7216520"/>
            <a:ext cx="165735" cy="953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 sz="1700" spc="9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46023" rIns="0" bIns="0" rtlCol="0" vert="horz">
            <a:spAutoFit/>
          </a:bodyPr>
          <a:lstStyle/>
          <a:p>
            <a:pPr marL="341757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OBJECTIVE(S)</a:t>
            </a:r>
          </a:p>
        </p:txBody>
      </p:sp>
      <p:sp>
        <p:nvSpPr>
          <p:cNvPr id="19" name="object 19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482342" y="3400425"/>
            <a:ext cx="14926944" cy="3439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469900" marR="5080" indent="-457200">
              <a:lnSpc>
                <a:spcPct val="100000"/>
              </a:lnSpc>
              <a:spcBef>
                <a:spcPts val="95"/>
              </a:spcBef>
              <a:buFont typeface="Times New Roman"/>
              <a:buChar char="-"/>
              <a:tabLst>
                <a:tab pos="469900" algn="l"/>
              </a:tabLst>
            </a:pPr>
            <a:r>
              <a:rPr dirty="0" sz="2800" b="1">
                <a:latin typeface="Times New Roman"/>
                <a:cs typeface="Times New Roman"/>
              </a:rPr>
              <a:t>To</a:t>
            </a:r>
            <a:r>
              <a:rPr dirty="0" sz="2800" spc="114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design</a:t>
            </a:r>
            <a:r>
              <a:rPr dirty="0" sz="2800" spc="114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and</a:t>
            </a:r>
            <a:r>
              <a:rPr dirty="0" sz="2800" spc="114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develop</a:t>
            </a:r>
            <a:r>
              <a:rPr dirty="0" sz="2800" spc="130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1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Smart</a:t>
            </a:r>
            <a:r>
              <a:rPr dirty="0" sz="2800" spc="1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Campus</a:t>
            </a:r>
            <a:r>
              <a:rPr dirty="0" sz="2800" spc="1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Event</a:t>
            </a:r>
            <a:r>
              <a:rPr dirty="0" sz="2800" spc="1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Management</a:t>
            </a:r>
            <a:r>
              <a:rPr dirty="0" sz="2800" spc="1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System</a:t>
            </a:r>
            <a:r>
              <a:rPr dirty="0" sz="2800" spc="1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that</a:t>
            </a:r>
            <a:r>
              <a:rPr dirty="0" sz="2800" spc="114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enables</a:t>
            </a:r>
            <a:r>
              <a:rPr dirty="0" sz="2800" spc="1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efficient</a:t>
            </a:r>
            <a:r>
              <a:rPr dirty="0" sz="2800" spc="12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creation, </a:t>
            </a:r>
            <a:r>
              <a:rPr dirty="0" sz="2800">
                <a:latin typeface="Times New Roman"/>
                <a:cs typeface="Times New Roman"/>
              </a:rPr>
              <a:t>management,</a:t>
            </a:r>
            <a:r>
              <a:rPr dirty="0" sz="2800" spc="57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58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organization</a:t>
            </a:r>
            <a:r>
              <a:rPr dirty="0" sz="2800" spc="5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58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campus</a:t>
            </a:r>
            <a:r>
              <a:rPr dirty="0" sz="2800" spc="58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events</a:t>
            </a:r>
            <a:r>
              <a:rPr dirty="0" sz="2800" spc="5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through</a:t>
            </a:r>
            <a:r>
              <a:rPr dirty="0" sz="2800" spc="58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560">
                <a:latin typeface="Times New Roman"/>
                <a:cs typeface="Times New Roman"/>
              </a:rPr>
              <a:t> </a:t>
            </a:r>
            <a:r>
              <a:rPr dirty="0" sz="2800" spc="-30">
                <a:latin typeface="Times New Roman"/>
                <a:cs typeface="Times New Roman"/>
              </a:rPr>
              <a:t>user-</a:t>
            </a:r>
            <a:r>
              <a:rPr dirty="0" sz="2800">
                <a:latin typeface="Times New Roman"/>
                <a:cs typeface="Times New Roman"/>
              </a:rPr>
              <a:t>friendly</a:t>
            </a:r>
            <a:r>
              <a:rPr dirty="0" sz="2800" spc="5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web</a:t>
            </a:r>
            <a:r>
              <a:rPr dirty="0" sz="2800" spc="5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interface</a:t>
            </a:r>
            <a:r>
              <a:rPr dirty="0" sz="2800" spc="5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for</a:t>
            </a:r>
            <a:r>
              <a:rPr dirty="0" sz="2800" spc="580">
                <a:latin typeface="Times New Roman"/>
                <a:cs typeface="Times New Roman"/>
              </a:rPr>
              <a:t> </a:t>
            </a:r>
            <a:r>
              <a:rPr dirty="0" sz="2800" spc="-20">
                <a:latin typeface="Times New Roman"/>
                <a:cs typeface="Times New Roman"/>
              </a:rPr>
              <a:t>both </a:t>
            </a:r>
            <a:r>
              <a:rPr dirty="0" sz="2800">
                <a:latin typeface="Times New Roman"/>
                <a:cs typeface="Times New Roman"/>
              </a:rPr>
              <a:t>students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administrators.</a:t>
            </a:r>
            <a:endParaRPr sz="2800">
              <a:latin typeface="Times New Roman"/>
              <a:cs typeface="Times New Roman"/>
            </a:endParaRPr>
          </a:p>
          <a:p>
            <a:pPr algn="just" marL="469900" marR="5080" indent="-457200">
              <a:lnSpc>
                <a:spcPct val="100000"/>
              </a:lnSpc>
              <a:buFont typeface="Times New Roman"/>
              <a:buChar char="-"/>
              <a:tabLst>
                <a:tab pos="469900" algn="l"/>
              </a:tabLst>
            </a:pPr>
            <a:r>
              <a:rPr dirty="0" sz="2800" b="1">
                <a:latin typeface="Times New Roman"/>
                <a:cs typeface="Times New Roman"/>
              </a:rPr>
              <a:t>To</a:t>
            </a:r>
            <a:r>
              <a:rPr dirty="0" sz="2800" spc="4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implement</a:t>
            </a:r>
            <a:r>
              <a:rPr dirty="0" sz="2800" spc="65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secure</a:t>
            </a:r>
            <a:r>
              <a:rPr dirty="0" sz="2800" spc="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automated</a:t>
            </a:r>
            <a:r>
              <a:rPr dirty="0" sz="2800" spc="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event</a:t>
            </a:r>
            <a:r>
              <a:rPr dirty="0" sz="2800" spc="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registration</a:t>
            </a:r>
            <a:r>
              <a:rPr dirty="0" sz="2800" spc="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tracking</a:t>
            </a:r>
            <a:r>
              <a:rPr dirty="0" sz="2800" spc="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system</a:t>
            </a:r>
            <a:r>
              <a:rPr dirty="0" sz="2800" spc="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that</a:t>
            </a:r>
            <a:r>
              <a:rPr dirty="0" sz="2800" spc="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allows</a:t>
            </a:r>
            <a:r>
              <a:rPr dirty="0" sz="2800" spc="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students</a:t>
            </a:r>
            <a:r>
              <a:rPr dirty="0" sz="2800" spc="50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to </a:t>
            </a:r>
            <a:r>
              <a:rPr dirty="0" sz="2800">
                <a:latin typeface="Times New Roman"/>
                <a:cs typeface="Times New Roman"/>
              </a:rPr>
              <a:t>register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easily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helps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administrators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monitor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participation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accurately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transparently.</a:t>
            </a:r>
            <a:endParaRPr sz="2800">
              <a:latin typeface="Times New Roman"/>
              <a:cs typeface="Times New Roman"/>
            </a:endParaRPr>
          </a:p>
          <a:p>
            <a:pPr algn="just" marL="469900" marR="5080" indent="-457200">
              <a:lnSpc>
                <a:spcPct val="100000"/>
              </a:lnSpc>
              <a:buFont typeface="Times New Roman"/>
              <a:buChar char="-"/>
              <a:tabLst>
                <a:tab pos="469900" algn="l"/>
              </a:tabLst>
            </a:pPr>
            <a:r>
              <a:rPr dirty="0" sz="2800" b="1">
                <a:latin typeface="Times New Roman"/>
                <a:cs typeface="Times New Roman"/>
              </a:rPr>
              <a:t>To</a:t>
            </a:r>
            <a:r>
              <a:rPr dirty="0" sz="2800" spc="32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improve</a:t>
            </a:r>
            <a:r>
              <a:rPr dirty="0" sz="2800" spc="330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3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overall</a:t>
            </a:r>
            <a:r>
              <a:rPr dirty="0" sz="2800" spc="3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event</a:t>
            </a:r>
            <a:r>
              <a:rPr dirty="0" sz="2800" spc="3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management</a:t>
            </a:r>
            <a:r>
              <a:rPr dirty="0" sz="2800" spc="3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process</a:t>
            </a:r>
            <a:r>
              <a:rPr dirty="0" sz="2800" spc="3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by</a:t>
            </a:r>
            <a:r>
              <a:rPr dirty="0" sz="2800" spc="3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reducing</a:t>
            </a:r>
            <a:r>
              <a:rPr dirty="0" sz="2800" spc="3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manual</a:t>
            </a:r>
            <a:r>
              <a:rPr dirty="0" sz="2800" spc="3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effort,</a:t>
            </a:r>
            <a:r>
              <a:rPr dirty="0" sz="2800" spc="3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minimizing</a:t>
            </a:r>
            <a:r>
              <a:rPr dirty="0" sz="2800" spc="34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errors,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enhancing</a:t>
            </a:r>
            <a:r>
              <a:rPr dirty="0" sz="2800" spc="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accessibility</a:t>
            </a:r>
            <a:r>
              <a:rPr dirty="0" sz="2800" spc="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through</a:t>
            </a:r>
            <a:r>
              <a:rPr dirty="0" sz="2800" spc="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centralized</a:t>
            </a:r>
            <a:r>
              <a:rPr dirty="0" sz="2800" spc="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digital</a:t>
            </a:r>
            <a:r>
              <a:rPr dirty="0" sz="2800" spc="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platform</a:t>
            </a:r>
            <a:r>
              <a:rPr dirty="0" sz="2800" spc="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for</a:t>
            </a:r>
            <a:r>
              <a:rPr dirty="0" sz="2800" spc="9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managing</a:t>
            </a:r>
            <a:r>
              <a:rPr dirty="0" sz="2800" spc="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events,</a:t>
            </a:r>
            <a:r>
              <a:rPr dirty="0" sz="2800" spc="6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registrations,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feedback.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358" y="3983354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27" y="0"/>
                </a:moveTo>
                <a:lnTo>
                  <a:pt x="448437" y="2272"/>
                </a:lnTo>
                <a:lnTo>
                  <a:pt x="401933" y="8950"/>
                </a:lnTo>
                <a:lnTo>
                  <a:pt x="356922" y="19826"/>
                </a:lnTo>
                <a:lnTo>
                  <a:pt x="313612" y="34691"/>
                </a:lnTo>
                <a:lnTo>
                  <a:pt x="272211" y="53337"/>
                </a:lnTo>
                <a:lnTo>
                  <a:pt x="232927" y="75556"/>
                </a:lnTo>
                <a:lnTo>
                  <a:pt x="195968" y="101139"/>
                </a:lnTo>
                <a:lnTo>
                  <a:pt x="161541" y="129879"/>
                </a:lnTo>
                <a:lnTo>
                  <a:pt x="129856" y="161566"/>
                </a:lnTo>
                <a:lnTo>
                  <a:pt x="101119" y="195993"/>
                </a:lnTo>
                <a:lnTo>
                  <a:pt x="75539" y="232950"/>
                </a:lnTo>
                <a:lnTo>
                  <a:pt x="53324" y="272231"/>
                </a:lnTo>
                <a:lnTo>
                  <a:pt x="34682" y="313627"/>
                </a:lnTo>
                <a:lnTo>
                  <a:pt x="19820" y="356928"/>
                </a:lnTo>
                <a:lnTo>
                  <a:pt x="8947" y="401928"/>
                </a:lnTo>
                <a:lnTo>
                  <a:pt x="2271" y="448418"/>
                </a:lnTo>
                <a:lnTo>
                  <a:pt x="0" y="496189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4" y="720228"/>
                </a:lnTo>
                <a:lnTo>
                  <a:pt x="75539" y="759519"/>
                </a:lnTo>
                <a:lnTo>
                  <a:pt x="101119" y="796486"/>
                </a:lnTo>
                <a:lnTo>
                  <a:pt x="129856" y="830919"/>
                </a:lnTo>
                <a:lnTo>
                  <a:pt x="161541" y="862612"/>
                </a:lnTo>
                <a:lnTo>
                  <a:pt x="195968" y="891356"/>
                </a:lnTo>
                <a:lnTo>
                  <a:pt x="232927" y="916942"/>
                </a:lnTo>
                <a:lnTo>
                  <a:pt x="272211" y="939163"/>
                </a:lnTo>
                <a:lnTo>
                  <a:pt x="313612" y="957811"/>
                </a:lnTo>
                <a:lnTo>
                  <a:pt x="356922" y="972677"/>
                </a:lnTo>
                <a:lnTo>
                  <a:pt x="401933" y="983554"/>
                </a:lnTo>
                <a:lnTo>
                  <a:pt x="448437" y="990232"/>
                </a:lnTo>
                <a:lnTo>
                  <a:pt x="496227" y="992505"/>
                </a:lnTo>
                <a:lnTo>
                  <a:pt x="544022" y="990232"/>
                </a:lnTo>
                <a:lnTo>
                  <a:pt x="590530" y="983554"/>
                </a:lnTo>
                <a:lnTo>
                  <a:pt x="635544" y="972677"/>
                </a:lnTo>
                <a:lnTo>
                  <a:pt x="678855" y="957811"/>
                </a:lnTo>
                <a:lnTo>
                  <a:pt x="720256" y="939163"/>
                </a:lnTo>
                <a:lnTo>
                  <a:pt x="759539" y="916942"/>
                </a:lnTo>
                <a:lnTo>
                  <a:pt x="796497" y="891356"/>
                </a:lnTo>
                <a:lnTo>
                  <a:pt x="830921" y="862612"/>
                </a:lnTo>
                <a:lnTo>
                  <a:pt x="862604" y="830919"/>
                </a:lnTo>
                <a:lnTo>
                  <a:pt x="891337" y="796486"/>
                </a:lnTo>
                <a:lnTo>
                  <a:pt x="916914" y="759519"/>
                </a:lnTo>
                <a:lnTo>
                  <a:pt x="939126" y="720228"/>
                </a:lnTo>
                <a:lnTo>
                  <a:pt x="957765" y="678821"/>
                </a:lnTo>
                <a:lnTo>
                  <a:pt x="972624" y="635505"/>
                </a:lnTo>
                <a:lnTo>
                  <a:pt x="983495" y="590489"/>
                </a:lnTo>
                <a:lnTo>
                  <a:pt x="990170" y="543981"/>
                </a:lnTo>
                <a:lnTo>
                  <a:pt x="992441" y="496189"/>
                </a:lnTo>
                <a:lnTo>
                  <a:pt x="990170" y="448418"/>
                </a:lnTo>
                <a:lnTo>
                  <a:pt x="983495" y="401928"/>
                </a:lnTo>
                <a:lnTo>
                  <a:pt x="972624" y="356928"/>
                </a:lnTo>
                <a:lnTo>
                  <a:pt x="957765" y="313627"/>
                </a:lnTo>
                <a:lnTo>
                  <a:pt x="939126" y="272231"/>
                </a:lnTo>
                <a:lnTo>
                  <a:pt x="916914" y="232950"/>
                </a:lnTo>
                <a:lnTo>
                  <a:pt x="891337" y="195993"/>
                </a:lnTo>
                <a:lnTo>
                  <a:pt x="862604" y="161566"/>
                </a:lnTo>
                <a:lnTo>
                  <a:pt x="830921" y="129879"/>
                </a:lnTo>
                <a:lnTo>
                  <a:pt x="796497" y="101139"/>
                </a:lnTo>
                <a:lnTo>
                  <a:pt x="759539" y="75556"/>
                </a:lnTo>
                <a:lnTo>
                  <a:pt x="720256" y="53337"/>
                </a:lnTo>
                <a:lnTo>
                  <a:pt x="678855" y="34691"/>
                </a:lnTo>
                <a:lnTo>
                  <a:pt x="635544" y="19826"/>
                </a:lnTo>
                <a:lnTo>
                  <a:pt x="590530" y="8950"/>
                </a:lnTo>
                <a:lnTo>
                  <a:pt x="544022" y="2272"/>
                </a:lnTo>
                <a:lnTo>
                  <a:pt x="496227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77569" y="4230370"/>
            <a:ext cx="255904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270">
                <a:solidFill>
                  <a:srgbClr val="FFFDFD"/>
                </a:solidFill>
                <a:latin typeface="Tahoma"/>
                <a:cs typeface="Tahoma"/>
              </a:rPr>
              <a:t>4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1509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25727" y="3438524"/>
            <a:ext cx="15811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1509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53160" y="2105024"/>
            <a:ext cx="10287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1509" y="509409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25727" y="5217032"/>
            <a:ext cx="1581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1509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4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27252" y="2770759"/>
            <a:ext cx="15557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1509" y="642556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51509" y="575983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22680" y="5883020"/>
            <a:ext cx="16573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1509" y="709320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51509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122680" y="6548755"/>
            <a:ext cx="165735" cy="16211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0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</a:pPr>
            <a:r>
              <a:rPr dirty="0" sz="1700" spc="9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464" rIns="0" bIns="0" rtlCol="0" vert="horz">
            <a:spAutoFit/>
          </a:bodyPr>
          <a:lstStyle/>
          <a:p>
            <a:pPr marL="256095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dirty="0" spc="-160"/>
              <a:t> </a:t>
            </a:r>
            <a:r>
              <a:rPr dirty="0" spc="-10"/>
              <a:t>SYSTEM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69900" marR="387985" indent="-457200">
              <a:lnSpc>
                <a:spcPct val="150000"/>
              </a:lnSpc>
              <a:spcBef>
                <a:spcPts val="95"/>
              </a:spcBef>
              <a:buAutoNum type="arabicPeriod"/>
              <a:tabLst>
                <a:tab pos="469900" algn="l"/>
              </a:tabLst>
            </a:pPr>
            <a:r>
              <a:rPr dirty="0"/>
              <a:t>The</a:t>
            </a:r>
            <a:r>
              <a:rPr dirty="0" spc="-55"/>
              <a:t> </a:t>
            </a:r>
            <a:r>
              <a:rPr dirty="0"/>
              <a:t>proposed</a:t>
            </a:r>
            <a:r>
              <a:rPr dirty="0" spc="-60"/>
              <a:t> </a:t>
            </a:r>
            <a:r>
              <a:rPr dirty="0" spc="-10"/>
              <a:t>system</a:t>
            </a:r>
            <a:r>
              <a:rPr dirty="0" spc="-65"/>
              <a:t> </a:t>
            </a:r>
            <a:r>
              <a:rPr dirty="0"/>
              <a:t>is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60"/>
              <a:t> </a:t>
            </a:r>
            <a:r>
              <a:rPr dirty="0" spc="-25"/>
              <a:t>web-</a:t>
            </a:r>
            <a:r>
              <a:rPr dirty="0"/>
              <a:t>based</a:t>
            </a:r>
            <a:r>
              <a:rPr dirty="0" spc="-50"/>
              <a:t> </a:t>
            </a:r>
            <a:r>
              <a:rPr dirty="0"/>
              <a:t>Smart</a:t>
            </a:r>
            <a:r>
              <a:rPr dirty="0" spc="-70"/>
              <a:t> </a:t>
            </a:r>
            <a:r>
              <a:rPr dirty="0"/>
              <a:t>Campus</a:t>
            </a:r>
            <a:r>
              <a:rPr dirty="0" spc="-80"/>
              <a:t> </a:t>
            </a:r>
            <a:r>
              <a:rPr dirty="0" spc="-10"/>
              <a:t>Event</a:t>
            </a:r>
            <a:r>
              <a:rPr dirty="0" spc="-50"/>
              <a:t> </a:t>
            </a:r>
            <a:r>
              <a:rPr dirty="0" spc="-10"/>
              <a:t>Management</a:t>
            </a:r>
            <a:r>
              <a:rPr dirty="0" spc="-70"/>
              <a:t> </a:t>
            </a:r>
            <a:r>
              <a:rPr dirty="0" spc="-10"/>
              <a:t>System</a:t>
            </a:r>
            <a:r>
              <a:rPr dirty="0" spc="-85"/>
              <a:t> </a:t>
            </a:r>
            <a:r>
              <a:rPr dirty="0"/>
              <a:t>that</a:t>
            </a:r>
            <a:r>
              <a:rPr dirty="0" spc="-60"/>
              <a:t> </a:t>
            </a:r>
            <a:r>
              <a:rPr dirty="0" spc="-10"/>
              <a:t>provides</a:t>
            </a:r>
            <a:r>
              <a:rPr dirty="0" spc="-55"/>
              <a:t> </a:t>
            </a:r>
            <a:r>
              <a:rPr dirty="0"/>
              <a:t>a</a:t>
            </a:r>
            <a:r>
              <a:rPr dirty="0" spc="-60"/>
              <a:t> </a:t>
            </a:r>
            <a:r>
              <a:rPr dirty="0" spc="-10"/>
              <a:t>centralized</a:t>
            </a:r>
            <a:r>
              <a:rPr dirty="0" spc="-80"/>
              <a:t> </a:t>
            </a:r>
            <a:r>
              <a:rPr dirty="0"/>
              <a:t>platform</a:t>
            </a:r>
            <a:r>
              <a:rPr dirty="0" spc="-65"/>
              <a:t> </a:t>
            </a:r>
            <a:r>
              <a:rPr dirty="0" spc="-25"/>
              <a:t>for </a:t>
            </a:r>
            <a:r>
              <a:rPr dirty="0"/>
              <a:t>managing</a:t>
            </a:r>
            <a:r>
              <a:rPr dirty="0" spc="-65"/>
              <a:t> </a:t>
            </a:r>
            <a:r>
              <a:rPr dirty="0"/>
              <a:t>all</a:t>
            </a:r>
            <a:r>
              <a:rPr dirty="0" spc="-60"/>
              <a:t> </a:t>
            </a:r>
            <a:r>
              <a:rPr dirty="0"/>
              <a:t>campus</a:t>
            </a:r>
            <a:r>
              <a:rPr dirty="0" spc="-60"/>
              <a:t> </a:t>
            </a:r>
            <a:r>
              <a:rPr dirty="0"/>
              <a:t>events</a:t>
            </a:r>
            <a:r>
              <a:rPr dirty="0" spc="-40"/>
              <a:t> </a:t>
            </a:r>
            <a:r>
              <a:rPr dirty="0" spc="-10"/>
              <a:t>efficiently.</a:t>
            </a:r>
          </a:p>
          <a:p>
            <a:pPr marL="469265" indent="-456565">
              <a:lnSpc>
                <a:spcPct val="100000"/>
              </a:lnSpc>
              <a:spcBef>
                <a:spcPts val="1445"/>
              </a:spcBef>
              <a:buAutoNum type="arabicPeriod"/>
              <a:tabLst>
                <a:tab pos="469265" algn="l"/>
              </a:tabLst>
            </a:pPr>
            <a:r>
              <a:rPr dirty="0"/>
              <a:t>It</a:t>
            </a:r>
            <a:r>
              <a:rPr dirty="0" spc="-80"/>
              <a:t> </a:t>
            </a:r>
            <a:r>
              <a:rPr dirty="0"/>
              <a:t>allows</a:t>
            </a:r>
            <a:r>
              <a:rPr dirty="0" spc="-60"/>
              <a:t> </a:t>
            </a:r>
            <a:r>
              <a:rPr dirty="0" spc="-10"/>
              <a:t>students</a:t>
            </a:r>
            <a:r>
              <a:rPr dirty="0" spc="-65"/>
              <a:t> </a:t>
            </a:r>
            <a:r>
              <a:rPr dirty="0"/>
              <a:t>to</a:t>
            </a:r>
            <a:r>
              <a:rPr dirty="0" spc="-70"/>
              <a:t> </a:t>
            </a:r>
            <a:r>
              <a:rPr dirty="0"/>
              <a:t>browse,</a:t>
            </a:r>
            <a:r>
              <a:rPr dirty="0" spc="-55"/>
              <a:t> </a:t>
            </a:r>
            <a:r>
              <a:rPr dirty="0" spc="-35"/>
              <a:t>register,</a:t>
            </a:r>
            <a:r>
              <a:rPr dirty="0" spc="-90"/>
              <a:t> </a:t>
            </a:r>
            <a:r>
              <a:rPr dirty="0"/>
              <a:t>and</a:t>
            </a:r>
            <a:r>
              <a:rPr dirty="0" spc="-60"/>
              <a:t> </a:t>
            </a:r>
            <a:r>
              <a:rPr dirty="0"/>
              <a:t>view</a:t>
            </a:r>
            <a:r>
              <a:rPr dirty="0" spc="-60"/>
              <a:t> </a:t>
            </a:r>
            <a:r>
              <a:rPr dirty="0"/>
              <a:t>upcoming</a:t>
            </a:r>
            <a:r>
              <a:rPr dirty="0" spc="-70"/>
              <a:t> </a:t>
            </a:r>
            <a:r>
              <a:rPr dirty="0"/>
              <a:t>events</a:t>
            </a:r>
            <a:r>
              <a:rPr dirty="0" spc="-60"/>
              <a:t> </a:t>
            </a:r>
            <a:r>
              <a:rPr dirty="0"/>
              <a:t>through</a:t>
            </a:r>
            <a:r>
              <a:rPr dirty="0" spc="-65"/>
              <a:t> </a:t>
            </a:r>
            <a:r>
              <a:rPr dirty="0"/>
              <a:t>an</a:t>
            </a:r>
            <a:r>
              <a:rPr dirty="0" spc="-65"/>
              <a:t> </a:t>
            </a:r>
            <a:r>
              <a:rPr dirty="0"/>
              <a:t>intuitive</a:t>
            </a:r>
            <a:r>
              <a:rPr dirty="0" spc="-55"/>
              <a:t> </a:t>
            </a:r>
            <a:r>
              <a:rPr dirty="0"/>
              <a:t>and</a:t>
            </a:r>
            <a:r>
              <a:rPr dirty="0" spc="-65"/>
              <a:t> </a:t>
            </a:r>
            <a:r>
              <a:rPr dirty="0" spc="-10"/>
              <a:t>user-</a:t>
            </a:r>
            <a:r>
              <a:rPr dirty="0"/>
              <a:t>friendly</a:t>
            </a:r>
            <a:r>
              <a:rPr dirty="0" spc="-50"/>
              <a:t> </a:t>
            </a:r>
            <a:r>
              <a:rPr dirty="0" spc="-10"/>
              <a:t>interface.</a:t>
            </a: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265" algn="l"/>
              </a:tabLst>
            </a:pPr>
            <a:r>
              <a:rPr dirty="0"/>
              <a:t>The</a:t>
            </a:r>
            <a:r>
              <a:rPr dirty="0" spc="-65"/>
              <a:t> </a:t>
            </a:r>
            <a:r>
              <a:rPr dirty="0" spc="-10"/>
              <a:t>system</a:t>
            </a:r>
            <a:r>
              <a:rPr dirty="0" spc="-75"/>
              <a:t> </a:t>
            </a:r>
            <a:r>
              <a:rPr dirty="0"/>
              <a:t>enables</a:t>
            </a:r>
            <a:r>
              <a:rPr dirty="0" spc="-70"/>
              <a:t> </a:t>
            </a:r>
            <a:r>
              <a:rPr dirty="0" spc="-10"/>
              <a:t>administrators</a:t>
            </a:r>
            <a:r>
              <a:rPr dirty="0" spc="-105"/>
              <a:t> </a:t>
            </a:r>
            <a:r>
              <a:rPr dirty="0"/>
              <a:t>to</a:t>
            </a:r>
            <a:r>
              <a:rPr dirty="0" spc="-75"/>
              <a:t> </a:t>
            </a:r>
            <a:r>
              <a:rPr dirty="0"/>
              <a:t>create,</a:t>
            </a:r>
            <a:r>
              <a:rPr dirty="0" spc="-75"/>
              <a:t> </a:t>
            </a:r>
            <a:r>
              <a:rPr dirty="0"/>
              <a:t>update,</a:t>
            </a:r>
            <a:r>
              <a:rPr dirty="0" spc="-70"/>
              <a:t> </a:t>
            </a:r>
            <a:r>
              <a:rPr dirty="0"/>
              <a:t>and</a:t>
            </a:r>
            <a:r>
              <a:rPr dirty="0" spc="-70"/>
              <a:t> </a:t>
            </a:r>
            <a:r>
              <a:rPr dirty="0"/>
              <a:t>delete</a:t>
            </a:r>
            <a:r>
              <a:rPr dirty="0" spc="-75"/>
              <a:t> </a:t>
            </a:r>
            <a:r>
              <a:rPr dirty="0"/>
              <a:t>events</a:t>
            </a:r>
            <a:r>
              <a:rPr dirty="0" spc="-65"/>
              <a:t> </a:t>
            </a:r>
            <a:r>
              <a:rPr dirty="0"/>
              <a:t>using</a:t>
            </a:r>
            <a:r>
              <a:rPr dirty="0" spc="-75"/>
              <a:t> </a:t>
            </a:r>
            <a:r>
              <a:rPr dirty="0"/>
              <a:t>secure</a:t>
            </a:r>
            <a:r>
              <a:rPr dirty="0" spc="-75"/>
              <a:t> </a:t>
            </a:r>
            <a:r>
              <a:rPr dirty="0"/>
              <a:t>login</a:t>
            </a:r>
            <a:r>
              <a:rPr dirty="0" spc="-75"/>
              <a:t> </a:t>
            </a:r>
            <a:r>
              <a:rPr dirty="0"/>
              <a:t>and</a:t>
            </a:r>
            <a:r>
              <a:rPr dirty="0" spc="-70"/>
              <a:t> </a:t>
            </a:r>
            <a:r>
              <a:rPr dirty="0" spc="-25"/>
              <a:t>role-</a:t>
            </a:r>
            <a:r>
              <a:rPr dirty="0"/>
              <a:t>based</a:t>
            </a:r>
            <a:r>
              <a:rPr dirty="0" spc="-70"/>
              <a:t> </a:t>
            </a:r>
            <a:r>
              <a:rPr dirty="0"/>
              <a:t>access</a:t>
            </a:r>
            <a:r>
              <a:rPr dirty="0" spc="-85"/>
              <a:t> </a:t>
            </a:r>
            <a:r>
              <a:rPr dirty="0" spc="-10"/>
              <a:t>control.</a:t>
            </a: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265" algn="l"/>
              </a:tabLst>
            </a:pPr>
            <a:r>
              <a:rPr dirty="0"/>
              <a:t>It</a:t>
            </a:r>
            <a:r>
              <a:rPr dirty="0" spc="-75"/>
              <a:t> </a:t>
            </a:r>
            <a:r>
              <a:rPr dirty="0"/>
              <a:t>includes</a:t>
            </a:r>
            <a:r>
              <a:rPr dirty="0" spc="-60"/>
              <a:t> </a:t>
            </a:r>
            <a:r>
              <a:rPr dirty="0"/>
              <a:t>automated</a:t>
            </a:r>
            <a:r>
              <a:rPr dirty="0" spc="-70"/>
              <a:t> </a:t>
            </a:r>
            <a:r>
              <a:rPr dirty="0" spc="-10"/>
              <a:t>registration</a:t>
            </a:r>
            <a:r>
              <a:rPr dirty="0" spc="-80"/>
              <a:t> </a:t>
            </a:r>
            <a:r>
              <a:rPr dirty="0"/>
              <a:t>management,</a:t>
            </a:r>
            <a:r>
              <a:rPr dirty="0" spc="-85"/>
              <a:t> </a:t>
            </a:r>
            <a:r>
              <a:rPr dirty="0"/>
              <a:t>ensuring</a:t>
            </a:r>
            <a:r>
              <a:rPr dirty="0" spc="-55"/>
              <a:t> </a:t>
            </a:r>
            <a:r>
              <a:rPr dirty="0" spc="-10"/>
              <a:t>accurate</a:t>
            </a:r>
            <a:r>
              <a:rPr dirty="0" spc="-75"/>
              <a:t> </a:t>
            </a:r>
            <a:r>
              <a:rPr dirty="0"/>
              <a:t>tracking</a:t>
            </a:r>
            <a:r>
              <a:rPr dirty="0" spc="-100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/>
              <a:t>participants</a:t>
            </a:r>
            <a:r>
              <a:rPr dirty="0" spc="-80"/>
              <a:t> </a:t>
            </a:r>
            <a:r>
              <a:rPr dirty="0"/>
              <a:t>and</a:t>
            </a:r>
            <a:r>
              <a:rPr dirty="0" spc="-65"/>
              <a:t> </a:t>
            </a:r>
            <a:r>
              <a:rPr dirty="0"/>
              <a:t>eliminating</a:t>
            </a:r>
            <a:r>
              <a:rPr dirty="0" spc="-70"/>
              <a:t> </a:t>
            </a:r>
            <a:r>
              <a:rPr dirty="0"/>
              <a:t>manual</a:t>
            </a:r>
            <a:r>
              <a:rPr dirty="0" spc="-65"/>
              <a:t> </a:t>
            </a:r>
            <a:r>
              <a:rPr dirty="0" spc="-10"/>
              <a:t>errors.</a:t>
            </a: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265" algn="l"/>
              </a:tabLst>
            </a:pPr>
            <a:r>
              <a:rPr dirty="0"/>
              <a:t>The</a:t>
            </a:r>
            <a:r>
              <a:rPr dirty="0" spc="-55"/>
              <a:t> </a:t>
            </a:r>
            <a:r>
              <a:rPr dirty="0" spc="-10"/>
              <a:t>system</a:t>
            </a:r>
            <a:r>
              <a:rPr dirty="0" spc="-80"/>
              <a:t> </a:t>
            </a:r>
            <a:r>
              <a:rPr dirty="0" spc="-10"/>
              <a:t>provides</a:t>
            </a:r>
            <a:r>
              <a:rPr dirty="0" spc="-60"/>
              <a:t> </a:t>
            </a:r>
            <a:r>
              <a:rPr dirty="0"/>
              <a:t>advanced</a:t>
            </a:r>
            <a:r>
              <a:rPr dirty="0" spc="-65"/>
              <a:t> </a:t>
            </a:r>
            <a:r>
              <a:rPr dirty="0"/>
              <a:t>search</a:t>
            </a:r>
            <a:r>
              <a:rPr dirty="0" spc="-75"/>
              <a:t> </a:t>
            </a:r>
            <a:r>
              <a:rPr dirty="0"/>
              <a:t>and</a:t>
            </a:r>
            <a:r>
              <a:rPr dirty="0" spc="-65"/>
              <a:t> </a:t>
            </a:r>
            <a:r>
              <a:rPr dirty="0"/>
              <a:t>filtering</a:t>
            </a:r>
            <a:r>
              <a:rPr dirty="0" spc="-80"/>
              <a:t> </a:t>
            </a:r>
            <a:r>
              <a:rPr dirty="0"/>
              <a:t>options</a:t>
            </a:r>
            <a:r>
              <a:rPr dirty="0" spc="-70"/>
              <a:t> </a:t>
            </a:r>
            <a:r>
              <a:rPr dirty="0"/>
              <a:t>based</a:t>
            </a:r>
            <a:r>
              <a:rPr dirty="0" spc="-65"/>
              <a:t> </a:t>
            </a:r>
            <a:r>
              <a:rPr dirty="0"/>
              <a:t>on</a:t>
            </a:r>
            <a:r>
              <a:rPr dirty="0" spc="-65"/>
              <a:t> </a:t>
            </a:r>
            <a:r>
              <a:rPr dirty="0"/>
              <a:t>date,</a:t>
            </a:r>
            <a:r>
              <a:rPr dirty="0" spc="-75"/>
              <a:t> </a:t>
            </a:r>
            <a:r>
              <a:rPr dirty="0"/>
              <a:t>department,</a:t>
            </a:r>
            <a:r>
              <a:rPr dirty="0" spc="-80"/>
              <a:t> </a:t>
            </a:r>
            <a:r>
              <a:rPr dirty="0"/>
              <a:t>and</a:t>
            </a:r>
            <a:r>
              <a:rPr dirty="0" spc="-70"/>
              <a:t> </a:t>
            </a:r>
            <a:r>
              <a:rPr dirty="0"/>
              <a:t>event</a:t>
            </a:r>
            <a:r>
              <a:rPr dirty="0" spc="-60"/>
              <a:t> </a:t>
            </a:r>
            <a:r>
              <a:rPr dirty="0"/>
              <a:t>type</a:t>
            </a:r>
            <a:r>
              <a:rPr dirty="0" spc="-65"/>
              <a:t> </a:t>
            </a:r>
            <a:r>
              <a:rPr dirty="0"/>
              <a:t>for</a:t>
            </a:r>
            <a:r>
              <a:rPr dirty="0" spc="-70"/>
              <a:t> </a:t>
            </a:r>
            <a:r>
              <a:rPr dirty="0"/>
              <a:t>easy</a:t>
            </a:r>
            <a:r>
              <a:rPr dirty="0" spc="-75"/>
              <a:t> </a:t>
            </a:r>
            <a:r>
              <a:rPr dirty="0" spc="-10"/>
              <a:t>navigation.</a:t>
            </a: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265" algn="l"/>
              </a:tabLst>
            </a:pPr>
            <a:r>
              <a:rPr dirty="0"/>
              <a:t>It</a:t>
            </a:r>
            <a:r>
              <a:rPr dirty="0" spc="-100"/>
              <a:t> </a:t>
            </a:r>
            <a:r>
              <a:rPr dirty="0" spc="-10"/>
              <a:t>generates</a:t>
            </a:r>
            <a:r>
              <a:rPr dirty="0" spc="-85"/>
              <a:t> </a:t>
            </a:r>
            <a:r>
              <a:rPr dirty="0"/>
              <a:t>event</a:t>
            </a:r>
            <a:r>
              <a:rPr dirty="0" spc="-80"/>
              <a:t> </a:t>
            </a:r>
            <a:r>
              <a:rPr dirty="0"/>
              <a:t>participation</a:t>
            </a:r>
            <a:r>
              <a:rPr dirty="0" spc="-105"/>
              <a:t> </a:t>
            </a:r>
            <a:r>
              <a:rPr dirty="0" spc="-10"/>
              <a:t>statistics</a:t>
            </a:r>
            <a:r>
              <a:rPr dirty="0" spc="-110"/>
              <a:t> </a:t>
            </a:r>
            <a:r>
              <a:rPr dirty="0"/>
              <a:t>and</a:t>
            </a:r>
            <a:r>
              <a:rPr dirty="0" spc="-85"/>
              <a:t> </a:t>
            </a:r>
            <a:r>
              <a:rPr dirty="0"/>
              <a:t>feedback</a:t>
            </a:r>
            <a:r>
              <a:rPr dirty="0" spc="-80"/>
              <a:t> </a:t>
            </a:r>
            <a:r>
              <a:rPr dirty="0"/>
              <a:t>reports,</a:t>
            </a:r>
            <a:r>
              <a:rPr dirty="0" spc="-95"/>
              <a:t> </a:t>
            </a:r>
            <a:r>
              <a:rPr dirty="0"/>
              <a:t>helping</a:t>
            </a:r>
            <a:r>
              <a:rPr dirty="0" spc="-75"/>
              <a:t> </a:t>
            </a:r>
            <a:r>
              <a:rPr dirty="0" spc="-10"/>
              <a:t>administrators</a:t>
            </a:r>
            <a:r>
              <a:rPr dirty="0" spc="-110"/>
              <a:t> </a:t>
            </a:r>
            <a:r>
              <a:rPr dirty="0" spc="-10"/>
              <a:t>analyze</a:t>
            </a:r>
            <a:r>
              <a:rPr dirty="0" spc="-85"/>
              <a:t> </a:t>
            </a:r>
            <a:r>
              <a:rPr dirty="0"/>
              <a:t>and</a:t>
            </a:r>
            <a:r>
              <a:rPr dirty="0" spc="-85"/>
              <a:t> </a:t>
            </a:r>
            <a:r>
              <a:rPr dirty="0"/>
              <a:t>improve</a:t>
            </a:r>
            <a:r>
              <a:rPr dirty="0" spc="-80"/>
              <a:t> </a:t>
            </a:r>
            <a:r>
              <a:rPr dirty="0"/>
              <a:t>future</a:t>
            </a:r>
            <a:r>
              <a:rPr dirty="0" spc="-80"/>
              <a:t> </a:t>
            </a:r>
            <a:r>
              <a:rPr dirty="0" spc="-10"/>
              <a:t>events.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358" y="465582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27" y="0"/>
                </a:moveTo>
                <a:lnTo>
                  <a:pt x="448437" y="2271"/>
                </a:lnTo>
                <a:lnTo>
                  <a:pt x="401933" y="8945"/>
                </a:lnTo>
                <a:lnTo>
                  <a:pt x="356922" y="19816"/>
                </a:lnTo>
                <a:lnTo>
                  <a:pt x="313612" y="34675"/>
                </a:lnTo>
                <a:lnTo>
                  <a:pt x="272211" y="53314"/>
                </a:lnTo>
                <a:lnTo>
                  <a:pt x="232927" y="75525"/>
                </a:lnTo>
                <a:lnTo>
                  <a:pt x="195968" y="101101"/>
                </a:lnTo>
                <a:lnTo>
                  <a:pt x="161541" y="129834"/>
                </a:lnTo>
                <a:lnTo>
                  <a:pt x="129856" y="161516"/>
                </a:lnTo>
                <a:lnTo>
                  <a:pt x="101119" y="195938"/>
                </a:lnTo>
                <a:lnTo>
                  <a:pt x="75539" y="232894"/>
                </a:lnTo>
                <a:lnTo>
                  <a:pt x="53324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79"/>
                </a:lnTo>
                <a:lnTo>
                  <a:pt x="8947" y="590484"/>
                </a:lnTo>
                <a:lnTo>
                  <a:pt x="19820" y="635494"/>
                </a:lnTo>
                <a:lnTo>
                  <a:pt x="34682" y="678803"/>
                </a:lnTo>
                <a:lnTo>
                  <a:pt x="53324" y="720202"/>
                </a:lnTo>
                <a:lnTo>
                  <a:pt x="75539" y="759483"/>
                </a:lnTo>
                <a:lnTo>
                  <a:pt x="101119" y="796439"/>
                </a:lnTo>
                <a:lnTo>
                  <a:pt x="129856" y="830861"/>
                </a:lnTo>
                <a:lnTo>
                  <a:pt x="161541" y="862543"/>
                </a:lnTo>
                <a:lnTo>
                  <a:pt x="195968" y="891276"/>
                </a:lnTo>
                <a:lnTo>
                  <a:pt x="232927" y="916852"/>
                </a:lnTo>
                <a:lnTo>
                  <a:pt x="272211" y="939063"/>
                </a:lnTo>
                <a:lnTo>
                  <a:pt x="313612" y="957702"/>
                </a:lnTo>
                <a:lnTo>
                  <a:pt x="356922" y="972561"/>
                </a:lnTo>
                <a:lnTo>
                  <a:pt x="401933" y="983432"/>
                </a:lnTo>
                <a:lnTo>
                  <a:pt x="448437" y="990106"/>
                </a:lnTo>
                <a:lnTo>
                  <a:pt x="496227" y="992377"/>
                </a:lnTo>
                <a:lnTo>
                  <a:pt x="544022" y="990106"/>
                </a:lnTo>
                <a:lnTo>
                  <a:pt x="590530" y="983432"/>
                </a:lnTo>
                <a:lnTo>
                  <a:pt x="635544" y="972561"/>
                </a:lnTo>
                <a:lnTo>
                  <a:pt x="678855" y="957702"/>
                </a:lnTo>
                <a:lnTo>
                  <a:pt x="720256" y="939063"/>
                </a:lnTo>
                <a:lnTo>
                  <a:pt x="759539" y="916852"/>
                </a:lnTo>
                <a:lnTo>
                  <a:pt x="796497" y="891276"/>
                </a:lnTo>
                <a:lnTo>
                  <a:pt x="830921" y="862543"/>
                </a:lnTo>
                <a:lnTo>
                  <a:pt x="862604" y="830861"/>
                </a:lnTo>
                <a:lnTo>
                  <a:pt x="891337" y="796439"/>
                </a:lnTo>
                <a:lnTo>
                  <a:pt x="916914" y="759483"/>
                </a:lnTo>
                <a:lnTo>
                  <a:pt x="939126" y="720202"/>
                </a:lnTo>
                <a:lnTo>
                  <a:pt x="957765" y="678803"/>
                </a:lnTo>
                <a:lnTo>
                  <a:pt x="972624" y="635494"/>
                </a:lnTo>
                <a:lnTo>
                  <a:pt x="983495" y="590484"/>
                </a:lnTo>
                <a:lnTo>
                  <a:pt x="990170" y="543979"/>
                </a:lnTo>
                <a:lnTo>
                  <a:pt x="992441" y="496188"/>
                </a:lnTo>
                <a:lnTo>
                  <a:pt x="990170" y="448398"/>
                </a:lnTo>
                <a:lnTo>
                  <a:pt x="983495" y="401893"/>
                </a:lnTo>
                <a:lnTo>
                  <a:pt x="972624" y="356883"/>
                </a:lnTo>
                <a:lnTo>
                  <a:pt x="957765" y="313574"/>
                </a:lnTo>
                <a:lnTo>
                  <a:pt x="939126" y="272175"/>
                </a:lnTo>
                <a:lnTo>
                  <a:pt x="916914" y="232894"/>
                </a:lnTo>
                <a:lnTo>
                  <a:pt x="891337" y="195938"/>
                </a:lnTo>
                <a:lnTo>
                  <a:pt x="862604" y="161516"/>
                </a:lnTo>
                <a:lnTo>
                  <a:pt x="830921" y="129834"/>
                </a:lnTo>
                <a:lnTo>
                  <a:pt x="796497" y="101101"/>
                </a:lnTo>
                <a:lnTo>
                  <a:pt x="759539" y="75525"/>
                </a:lnTo>
                <a:lnTo>
                  <a:pt x="720256" y="53314"/>
                </a:lnTo>
                <a:lnTo>
                  <a:pt x="678855" y="34675"/>
                </a:lnTo>
                <a:lnTo>
                  <a:pt x="635544" y="19816"/>
                </a:lnTo>
                <a:lnTo>
                  <a:pt x="590530" y="8945"/>
                </a:lnTo>
                <a:lnTo>
                  <a:pt x="544022" y="2271"/>
                </a:lnTo>
                <a:lnTo>
                  <a:pt x="496227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86713" y="4902834"/>
            <a:ext cx="23558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125">
                <a:solidFill>
                  <a:srgbClr val="FFFDFD"/>
                </a:solidFill>
                <a:latin typeface="Tahoma"/>
                <a:cs typeface="Tahoma"/>
              </a:rPr>
              <a:t>5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1509" y="332054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51509" y="1987169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3"/>
                </a:lnTo>
                <a:lnTo>
                  <a:pt x="15895" y="366745"/>
                </a:lnTo>
                <a:lnTo>
                  <a:pt x="34688" y="409085"/>
                </a:lnTo>
                <a:lnTo>
                  <a:pt x="59755" y="447017"/>
                </a:lnTo>
                <a:lnTo>
                  <a:pt x="90378" y="479772"/>
                </a:lnTo>
                <a:lnTo>
                  <a:pt x="125839" y="506584"/>
                </a:lnTo>
                <a:lnTo>
                  <a:pt x="165420" y="526685"/>
                </a:lnTo>
                <a:lnTo>
                  <a:pt x="208405" y="539308"/>
                </a:lnTo>
                <a:lnTo>
                  <a:pt x="254076" y="543686"/>
                </a:lnTo>
                <a:lnTo>
                  <a:pt x="299754" y="539308"/>
                </a:lnTo>
                <a:lnTo>
                  <a:pt x="342740" y="526685"/>
                </a:lnTo>
                <a:lnTo>
                  <a:pt x="382317" y="506584"/>
                </a:lnTo>
                <a:lnTo>
                  <a:pt x="417768" y="479772"/>
                </a:lnTo>
                <a:lnTo>
                  <a:pt x="448379" y="447017"/>
                </a:lnTo>
                <a:lnTo>
                  <a:pt x="473434" y="409085"/>
                </a:lnTo>
                <a:lnTo>
                  <a:pt x="492216" y="366745"/>
                </a:lnTo>
                <a:lnTo>
                  <a:pt x="504011" y="320763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51509" y="398818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51509" y="265290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19632" y="2109597"/>
            <a:ext cx="170815" cy="2286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Tahoma"/>
              <a:cs typeface="Tahoma"/>
            </a:endParaRPr>
          </a:p>
          <a:p>
            <a:pPr marL="20320">
              <a:lnSpc>
                <a:spcPct val="100000"/>
              </a:lnSpc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1509" y="643039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51509" y="5764529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4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51509" y="708850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51509" y="77561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1"/>
                </a:lnTo>
                <a:lnTo>
                  <a:pt x="125839" y="37102"/>
                </a:lnTo>
                <a:lnTo>
                  <a:pt x="90378" y="63914"/>
                </a:lnTo>
                <a:lnTo>
                  <a:pt x="59755" y="96669"/>
                </a:lnTo>
                <a:lnTo>
                  <a:pt x="34688" y="134601"/>
                </a:lnTo>
                <a:lnTo>
                  <a:pt x="15895" y="176941"/>
                </a:lnTo>
                <a:lnTo>
                  <a:pt x="4093" y="222923"/>
                </a:lnTo>
                <a:lnTo>
                  <a:pt x="0" y="271779"/>
                </a:lnTo>
                <a:lnTo>
                  <a:pt x="4093" y="320674"/>
                </a:lnTo>
                <a:lnTo>
                  <a:pt x="15895" y="366685"/>
                </a:lnTo>
                <a:lnTo>
                  <a:pt x="34688" y="409048"/>
                </a:lnTo>
                <a:lnTo>
                  <a:pt x="59755" y="446995"/>
                </a:lnTo>
                <a:lnTo>
                  <a:pt x="90378" y="479761"/>
                </a:lnTo>
                <a:lnTo>
                  <a:pt x="125839" y="506579"/>
                </a:lnTo>
                <a:lnTo>
                  <a:pt x="165420" y="526683"/>
                </a:lnTo>
                <a:lnTo>
                  <a:pt x="208405" y="539308"/>
                </a:lnTo>
                <a:lnTo>
                  <a:pt x="254076" y="543686"/>
                </a:lnTo>
                <a:lnTo>
                  <a:pt x="299754" y="539308"/>
                </a:lnTo>
                <a:lnTo>
                  <a:pt x="342740" y="526683"/>
                </a:lnTo>
                <a:lnTo>
                  <a:pt x="382317" y="506579"/>
                </a:lnTo>
                <a:lnTo>
                  <a:pt x="417768" y="479761"/>
                </a:lnTo>
                <a:lnTo>
                  <a:pt x="448379" y="446995"/>
                </a:lnTo>
                <a:lnTo>
                  <a:pt x="473434" y="409048"/>
                </a:lnTo>
                <a:lnTo>
                  <a:pt x="492216" y="366685"/>
                </a:lnTo>
                <a:lnTo>
                  <a:pt x="504011" y="320674"/>
                </a:lnTo>
                <a:lnTo>
                  <a:pt x="508101" y="271779"/>
                </a:lnTo>
                <a:lnTo>
                  <a:pt x="504011" y="222923"/>
                </a:lnTo>
                <a:lnTo>
                  <a:pt x="492216" y="176941"/>
                </a:lnTo>
                <a:lnTo>
                  <a:pt x="473434" y="134601"/>
                </a:lnTo>
                <a:lnTo>
                  <a:pt x="448379" y="96669"/>
                </a:lnTo>
                <a:lnTo>
                  <a:pt x="417768" y="63914"/>
                </a:lnTo>
                <a:lnTo>
                  <a:pt x="382317" y="37102"/>
                </a:lnTo>
                <a:lnTo>
                  <a:pt x="342740" y="17001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22680" y="5887592"/>
            <a:ext cx="165735" cy="2277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700"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</a:pPr>
            <a:r>
              <a:rPr dirty="0" sz="1700" spc="9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3380194" y="-257175"/>
            <a:ext cx="5165090" cy="1876425"/>
            <a:chOff x="13380194" y="-257175"/>
            <a:chExt cx="5165090" cy="1876425"/>
          </a:xfrm>
        </p:grpSpPr>
        <p:sp>
          <p:nvSpPr>
            <p:cNvPr id="15" name="object 15"/>
            <p:cNvSpPr/>
            <p:nvPr/>
          </p:nvSpPr>
          <p:spPr>
            <a:xfrm>
              <a:off x="13637369" y="0"/>
              <a:ext cx="4650740" cy="1362075"/>
            </a:xfrm>
            <a:custGeom>
              <a:avLst/>
              <a:gdLst/>
              <a:ahLst/>
              <a:cxnLst/>
              <a:rect l="l" t="t" r="r" b="b"/>
              <a:pathLst>
                <a:path w="4650740" h="1362075">
                  <a:moveTo>
                    <a:pt x="0" y="0"/>
                  </a:moveTo>
                  <a:lnTo>
                    <a:pt x="30777" y="26798"/>
                  </a:lnTo>
                  <a:lnTo>
                    <a:pt x="64897" y="56022"/>
                  </a:lnTo>
                  <a:lnTo>
                    <a:pt x="99258" y="84971"/>
                  </a:lnTo>
                  <a:lnTo>
                    <a:pt x="133857" y="113644"/>
                  </a:lnTo>
                  <a:lnTo>
                    <a:pt x="168694" y="142039"/>
                  </a:lnTo>
                  <a:lnTo>
                    <a:pt x="203766" y="170154"/>
                  </a:lnTo>
                  <a:lnTo>
                    <a:pt x="239072" y="197988"/>
                  </a:lnTo>
                  <a:lnTo>
                    <a:pt x="274611" y="225538"/>
                  </a:lnTo>
                  <a:lnTo>
                    <a:pt x="310380" y="252803"/>
                  </a:lnTo>
                  <a:lnTo>
                    <a:pt x="346377" y="279782"/>
                  </a:lnTo>
                  <a:lnTo>
                    <a:pt x="382602" y="306472"/>
                  </a:lnTo>
                  <a:lnTo>
                    <a:pt x="419052" y="332872"/>
                  </a:lnTo>
                  <a:lnTo>
                    <a:pt x="455725" y="358981"/>
                  </a:lnTo>
                  <a:lnTo>
                    <a:pt x="492621" y="384796"/>
                  </a:lnTo>
                  <a:lnTo>
                    <a:pt x="529736" y="410316"/>
                  </a:lnTo>
                  <a:lnTo>
                    <a:pt x="567071" y="435539"/>
                  </a:lnTo>
                  <a:lnTo>
                    <a:pt x="604622" y="460463"/>
                  </a:lnTo>
                  <a:lnTo>
                    <a:pt x="642388" y="485087"/>
                  </a:lnTo>
                  <a:lnTo>
                    <a:pt x="680368" y="509409"/>
                  </a:lnTo>
                  <a:lnTo>
                    <a:pt x="718559" y="533428"/>
                  </a:lnTo>
                  <a:lnTo>
                    <a:pt x="756960" y="557141"/>
                  </a:lnTo>
                  <a:lnTo>
                    <a:pt x="795570" y="580547"/>
                  </a:lnTo>
                  <a:lnTo>
                    <a:pt x="834386" y="603644"/>
                  </a:lnTo>
                  <a:lnTo>
                    <a:pt x="873407" y="626431"/>
                  </a:lnTo>
                  <a:lnTo>
                    <a:pt x="912632" y="648905"/>
                  </a:lnTo>
                  <a:lnTo>
                    <a:pt x="952057" y="671066"/>
                  </a:lnTo>
                  <a:lnTo>
                    <a:pt x="991683" y="692911"/>
                  </a:lnTo>
                  <a:lnTo>
                    <a:pt x="1031507" y="714438"/>
                  </a:lnTo>
                  <a:lnTo>
                    <a:pt x="1071527" y="735647"/>
                  </a:lnTo>
                  <a:lnTo>
                    <a:pt x="1111742" y="756535"/>
                  </a:lnTo>
                  <a:lnTo>
                    <a:pt x="1152150" y="777100"/>
                  </a:lnTo>
                  <a:lnTo>
                    <a:pt x="1192749" y="797341"/>
                  </a:lnTo>
                  <a:lnTo>
                    <a:pt x="1233537" y="817257"/>
                  </a:lnTo>
                  <a:lnTo>
                    <a:pt x="1274514" y="836845"/>
                  </a:lnTo>
                  <a:lnTo>
                    <a:pt x="1315676" y="856104"/>
                  </a:lnTo>
                  <a:lnTo>
                    <a:pt x="1357024" y="875031"/>
                  </a:lnTo>
                  <a:lnTo>
                    <a:pt x="1398553" y="893627"/>
                  </a:lnTo>
                  <a:lnTo>
                    <a:pt x="1440264" y="911887"/>
                  </a:lnTo>
                  <a:lnTo>
                    <a:pt x="1482155" y="929812"/>
                  </a:lnTo>
                  <a:lnTo>
                    <a:pt x="1524223" y="947399"/>
                  </a:lnTo>
                  <a:lnTo>
                    <a:pt x="1566467" y="964647"/>
                  </a:lnTo>
                  <a:lnTo>
                    <a:pt x="1608885" y="981553"/>
                  </a:lnTo>
                  <a:lnTo>
                    <a:pt x="1651475" y="998116"/>
                  </a:lnTo>
                  <a:lnTo>
                    <a:pt x="1694237" y="1014335"/>
                  </a:lnTo>
                  <a:lnTo>
                    <a:pt x="1737168" y="1030208"/>
                  </a:lnTo>
                  <a:lnTo>
                    <a:pt x="1780266" y="1045733"/>
                  </a:lnTo>
                  <a:lnTo>
                    <a:pt x="1823529" y="1060908"/>
                  </a:lnTo>
                  <a:lnTo>
                    <a:pt x="1866957" y="1075731"/>
                  </a:lnTo>
                  <a:lnTo>
                    <a:pt x="1910547" y="1090202"/>
                  </a:lnTo>
                  <a:lnTo>
                    <a:pt x="1954298" y="1104318"/>
                  </a:lnTo>
                  <a:lnTo>
                    <a:pt x="1998208" y="1118077"/>
                  </a:lnTo>
                  <a:lnTo>
                    <a:pt x="2042275" y="1131478"/>
                  </a:lnTo>
                  <a:lnTo>
                    <a:pt x="2086497" y="1144519"/>
                  </a:lnTo>
                  <a:lnTo>
                    <a:pt x="2130873" y="1157198"/>
                  </a:lnTo>
                  <a:lnTo>
                    <a:pt x="2175402" y="1169515"/>
                  </a:lnTo>
                  <a:lnTo>
                    <a:pt x="2220081" y="1181466"/>
                  </a:lnTo>
                  <a:lnTo>
                    <a:pt x="2264908" y="1193050"/>
                  </a:lnTo>
                  <a:lnTo>
                    <a:pt x="2309882" y="1204266"/>
                  </a:lnTo>
                  <a:lnTo>
                    <a:pt x="2355002" y="1215112"/>
                  </a:lnTo>
                  <a:lnTo>
                    <a:pt x="2400265" y="1225586"/>
                  </a:lnTo>
                  <a:lnTo>
                    <a:pt x="2445671" y="1235687"/>
                  </a:lnTo>
                  <a:lnTo>
                    <a:pt x="2491216" y="1245412"/>
                  </a:lnTo>
                  <a:lnTo>
                    <a:pt x="2536900" y="1254761"/>
                  </a:lnTo>
                  <a:lnTo>
                    <a:pt x="2582720" y="1263730"/>
                  </a:lnTo>
                  <a:lnTo>
                    <a:pt x="2628676" y="1272320"/>
                  </a:lnTo>
                  <a:lnTo>
                    <a:pt x="2674765" y="1280527"/>
                  </a:lnTo>
                  <a:lnTo>
                    <a:pt x="2720986" y="1288351"/>
                  </a:lnTo>
                  <a:lnTo>
                    <a:pt x="2767336" y="1295789"/>
                  </a:lnTo>
                  <a:lnTo>
                    <a:pt x="2813815" y="1302840"/>
                  </a:lnTo>
                  <a:lnTo>
                    <a:pt x="2860421" y="1309502"/>
                  </a:lnTo>
                  <a:lnTo>
                    <a:pt x="2907151" y="1315774"/>
                  </a:lnTo>
                  <a:lnTo>
                    <a:pt x="2954005" y="1321653"/>
                  </a:lnTo>
                  <a:lnTo>
                    <a:pt x="3000980" y="1327138"/>
                  </a:lnTo>
                  <a:lnTo>
                    <a:pt x="3048074" y="1332228"/>
                  </a:lnTo>
                  <a:lnTo>
                    <a:pt x="3095287" y="1336920"/>
                  </a:lnTo>
                  <a:lnTo>
                    <a:pt x="3142616" y="1341213"/>
                  </a:lnTo>
                  <a:lnTo>
                    <a:pt x="3190060" y="1345106"/>
                  </a:lnTo>
                  <a:lnTo>
                    <a:pt x="3237616" y="1348596"/>
                  </a:lnTo>
                  <a:lnTo>
                    <a:pt x="3285284" y="1351681"/>
                  </a:lnTo>
                  <a:lnTo>
                    <a:pt x="3333061" y="1354361"/>
                  </a:lnTo>
                  <a:lnTo>
                    <a:pt x="3380947" y="1356633"/>
                  </a:lnTo>
                  <a:lnTo>
                    <a:pt x="3428938" y="1358496"/>
                  </a:lnTo>
                  <a:lnTo>
                    <a:pt x="3477034" y="1359948"/>
                  </a:lnTo>
                  <a:lnTo>
                    <a:pt x="3525232" y="1360987"/>
                  </a:lnTo>
                  <a:lnTo>
                    <a:pt x="3573531" y="1361612"/>
                  </a:lnTo>
                  <a:lnTo>
                    <a:pt x="3621930" y="1361821"/>
                  </a:lnTo>
                  <a:lnTo>
                    <a:pt x="3670329" y="1361612"/>
                  </a:lnTo>
                  <a:lnTo>
                    <a:pt x="3718628" y="1360987"/>
                  </a:lnTo>
                  <a:lnTo>
                    <a:pt x="3766827" y="1359948"/>
                  </a:lnTo>
                  <a:lnTo>
                    <a:pt x="3814922" y="1358496"/>
                  </a:lnTo>
                  <a:lnTo>
                    <a:pt x="3862914" y="1356633"/>
                  </a:lnTo>
                  <a:lnTo>
                    <a:pt x="3910799" y="1354361"/>
                  </a:lnTo>
                  <a:lnTo>
                    <a:pt x="3958576" y="1351681"/>
                  </a:lnTo>
                  <a:lnTo>
                    <a:pt x="4006244" y="1348596"/>
                  </a:lnTo>
                  <a:lnTo>
                    <a:pt x="4053801" y="1345106"/>
                  </a:lnTo>
                  <a:lnTo>
                    <a:pt x="4101244" y="1341213"/>
                  </a:lnTo>
                  <a:lnTo>
                    <a:pt x="4148573" y="1336920"/>
                  </a:lnTo>
                  <a:lnTo>
                    <a:pt x="4195786" y="1332228"/>
                  </a:lnTo>
                  <a:lnTo>
                    <a:pt x="4242881" y="1327138"/>
                  </a:lnTo>
                  <a:lnTo>
                    <a:pt x="4289856" y="1321653"/>
                  </a:lnTo>
                  <a:lnTo>
                    <a:pt x="4336709" y="1315774"/>
                  </a:lnTo>
                  <a:lnTo>
                    <a:pt x="4383439" y="1309502"/>
                  </a:lnTo>
                  <a:lnTo>
                    <a:pt x="4430045" y="1302840"/>
                  </a:lnTo>
                  <a:lnTo>
                    <a:pt x="4476524" y="1295789"/>
                  </a:lnTo>
                  <a:lnTo>
                    <a:pt x="4522874" y="1288351"/>
                  </a:lnTo>
                  <a:lnTo>
                    <a:pt x="4569095" y="1280527"/>
                  </a:lnTo>
                  <a:lnTo>
                    <a:pt x="4615184" y="1272320"/>
                  </a:lnTo>
                  <a:lnTo>
                    <a:pt x="4650630" y="1265695"/>
                  </a:lnTo>
                </a:path>
              </a:pathLst>
            </a:custGeom>
            <a:ln w="514350">
              <a:solidFill>
                <a:srgbClr val="FC61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6333637" y="929020"/>
              <a:ext cx="914400" cy="209550"/>
            </a:xfrm>
            <a:custGeom>
              <a:avLst/>
              <a:gdLst/>
              <a:ahLst/>
              <a:cxnLst/>
              <a:rect l="l" t="t" r="r" b="b"/>
              <a:pathLst>
                <a:path w="914400" h="209550">
                  <a:moveTo>
                    <a:pt x="114265" y="0"/>
                  </a:moveTo>
                  <a:lnTo>
                    <a:pt x="69777" y="8216"/>
                  </a:lnTo>
                  <a:lnTo>
                    <a:pt x="33457" y="30628"/>
                  </a:lnTo>
                  <a:lnTo>
                    <a:pt x="8975" y="63875"/>
                  </a:lnTo>
                  <a:lnTo>
                    <a:pt x="0" y="104599"/>
                  </a:lnTo>
                  <a:lnTo>
                    <a:pt x="8976" y="145324"/>
                  </a:lnTo>
                  <a:lnTo>
                    <a:pt x="33458" y="178571"/>
                  </a:lnTo>
                  <a:lnTo>
                    <a:pt x="69778" y="200982"/>
                  </a:lnTo>
                  <a:lnTo>
                    <a:pt x="114266" y="209199"/>
                  </a:lnTo>
                  <a:lnTo>
                    <a:pt x="158753" y="200982"/>
                  </a:lnTo>
                  <a:lnTo>
                    <a:pt x="195073" y="178571"/>
                  </a:lnTo>
                  <a:lnTo>
                    <a:pt x="219555" y="145324"/>
                  </a:lnTo>
                  <a:lnTo>
                    <a:pt x="228531" y="104599"/>
                  </a:lnTo>
                  <a:lnTo>
                    <a:pt x="219554" y="63875"/>
                  </a:lnTo>
                  <a:lnTo>
                    <a:pt x="195072" y="30628"/>
                  </a:lnTo>
                  <a:lnTo>
                    <a:pt x="158752" y="8216"/>
                  </a:lnTo>
                  <a:lnTo>
                    <a:pt x="114265" y="0"/>
                  </a:lnTo>
                  <a:close/>
                </a:path>
                <a:path w="914400" h="209550">
                  <a:moveTo>
                    <a:pt x="799858" y="0"/>
                  </a:moveTo>
                  <a:lnTo>
                    <a:pt x="755371" y="8217"/>
                  </a:lnTo>
                  <a:lnTo>
                    <a:pt x="719051" y="30628"/>
                  </a:lnTo>
                  <a:lnTo>
                    <a:pt x="694569" y="63875"/>
                  </a:lnTo>
                  <a:lnTo>
                    <a:pt x="685593" y="104600"/>
                  </a:lnTo>
                  <a:lnTo>
                    <a:pt x="694570" y="145324"/>
                  </a:lnTo>
                  <a:lnTo>
                    <a:pt x="719052" y="178572"/>
                  </a:lnTo>
                  <a:lnTo>
                    <a:pt x="755372" y="200983"/>
                  </a:lnTo>
                  <a:lnTo>
                    <a:pt x="799860" y="209200"/>
                  </a:lnTo>
                  <a:lnTo>
                    <a:pt x="844347" y="200983"/>
                  </a:lnTo>
                  <a:lnTo>
                    <a:pt x="880667" y="178572"/>
                  </a:lnTo>
                  <a:lnTo>
                    <a:pt x="905149" y="145324"/>
                  </a:lnTo>
                  <a:lnTo>
                    <a:pt x="914125" y="104600"/>
                  </a:lnTo>
                  <a:lnTo>
                    <a:pt x="905148" y="63875"/>
                  </a:lnTo>
                  <a:lnTo>
                    <a:pt x="880666" y="30628"/>
                  </a:lnTo>
                  <a:lnTo>
                    <a:pt x="844346" y="8217"/>
                  </a:lnTo>
                  <a:lnTo>
                    <a:pt x="799858" y="0"/>
                  </a:lnTo>
                  <a:close/>
                </a:path>
                <a:path w="914400" h="209550">
                  <a:moveTo>
                    <a:pt x="457061" y="0"/>
                  </a:moveTo>
                  <a:lnTo>
                    <a:pt x="412574" y="8217"/>
                  </a:lnTo>
                  <a:lnTo>
                    <a:pt x="376254" y="30628"/>
                  </a:lnTo>
                  <a:lnTo>
                    <a:pt x="351772" y="63875"/>
                  </a:lnTo>
                  <a:lnTo>
                    <a:pt x="342796" y="104600"/>
                  </a:lnTo>
                  <a:lnTo>
                    <a:pt x="351773" y="145324"/>
                  </a:lnTo>
                  <a:lnTo>
                    <a:pt x="376255" y="178571"/>
                  </a:lnTo>
                  <a:lnTo>
                    <a:pt x="412575" y="200983"/>
                  </a:lnTo>
                  <a:lnTo>
                    <a:pt x="457063" y="209200"/>
                  </a:lnTo>
                  <a:lnTo>
                    <a:pt x="501550" y="200983"/>
                  </a:lnTo>
                  <a:lnTo>
                    <a:pt x="537870" y="178571"/>
                  </a:lnTo>
                  <a:lnTo>
                    <a:pt x="562352" y="145324"/>
                  </a:lnTo>
                  <a:lnTo>
                    <a:pt x="571328" y="104600"/>
                  </a:lnTo>
                  <a:lnTo>
                    <a:pt x="562351" y="63875"/>
                  </a:lnTo>
                  <a:lnTo>
                    <a:pt x="537869" y="30628"/>
                  </a:lnTo>
                  <a:lnTo>
                    <a:pt x="501549" y="8217"/>
                  </a:lnTo>
                  <a:lnTo>
                    <a:pt x="457061" y="0"/>
                  </a:lnTo>
                  <a:close/>
                </a:path>
              </a:pathLst>
            </a:custGeom>
            <a:solidFill>
              <a:srgbClr val="FC61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46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dirty="0" spc="-135"/>
              <a:t> </a:t>
            </a:r>
            <a:r>
              <a:rPr dirty="0"/>
              <a:t>SYSTEM</a:t>
            </a:r>
            <a:r>
              <a:rPr dirty="0" spc="-300"/>
              <a:t> </a:t>
            </a:r>
            <a:r>
              <a:rPr dirty="0" spc="-10"/>
              <a:t>ARCHITECTURE</a:t>
            </a: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52545" y="2120866"/>
            <a:ext cx="10161123" cy="65678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531863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06830" y="5565775"/>
            <a:ext cx="24765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215">
                <a:solidFill>
                  <a:srgbClr val="FFFDFD"/>
                </a:solidFill>
                <a:latin typeface="Tahoma"/>
                <a:cs typeface="Tahoma"/>
              </a:rPr>
              <a:t>6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77734" y="642556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145844" y="2105024"/>
            <a:ext cx="170815" cy="2954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19685">
              <a:lnSpc>
                <a:spcPct val="100000"/>
              </a:lnSpc>
              <a:spcBef>
                <a:spcPts val="5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7734" y="709320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4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48892" y="6548755"/>
            <a:ext cx="165735" cy="16211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0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</a:pPr>
            <a:r>
              <a:rPr dirty="0" sz="1700" spc="9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659504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WORKFLOW</a:t>
            </a:r>
          </a:p>
        </p:txBody>
      </p:sp>
      <p:pic>
        <p:nvPicPr>
          <p:cNvPr id="16" name="object 16" descr="Free Flowchart Templates, Editable and Downloadabl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8226" y="1485900"/>
            <a:ext cx="7050024" cy="807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597687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2"/>
                </a:lnTo>
                <a:lnTo>
                  <a:pt x="401942" y="8950"/>
                </a:lnTo>
                <a:lnTo>
                  <a:pt x="356929" y="19827"/>
                </a:lnTo>
                <a:lnTo>
                  <a:pt x="313618" y="34693"/>
                </a:lnTo>
                <a:lnTo>
                  <a:pt x="272216" y="53341"/>
                </a:lnTo>
                <a:lnTo>
                  <a:pt x="232930" y="75562"/>
                </a:lnTo>
                <a:lnTo>
                  <a:pt x="195970" y="101148"/>
                </a:lnTo>
                <a:lnTo>
                  <a:pt x="161543" y="129892"/>
                </a:lnTo>
                <a:lnTo>
                  <a:pt x="129857" y="161585"/>
                </a:lnTo>
                <a:lnTo>
                  <a:pt x="101120" y="196018"/>
                </a:lnTo>
                <a:lnTo>
                  <a:pt x="75540" y="232985"/>
                </a:lnTo>
                <a:lnTo>
                  <a:pt x="53325" y="272276"/>
                </a:lnTo>
                <a:lnTo>
                  <a:pt x="34682" y="313683"/>
                </a:lnTo>
                <a:lnTo>
                  <a:pt x="19820" y="356999"/>
                </a:lnTo>
                <a:lnTo>
                  <a:pt x="8947" y="402015"/>
                </a:lnTo>
                <a:lnTo>
                  <a:pt x="2271" y="448523"/>
                </a:lnTo>
                <a:lnTo>
                  <a:pt x="0" y="496315"/>
                </a:lnTo>
                <a:lnTo>
                  <a:pt x="2271" y="544106"/>
                </a:lnTo>
                <a:lnTo>
                  <a:pt x="8947" y="590611"/>
                </a:lnTo>
                <a:lnTo>
                  <a:pt x="19820" y="635621"/>
                </a:lnTo>
                <a:lnTo>
                  <a:pt x="34682" y="678930"/>
                </a:lnTo>
                <a:lnTo>
                  <a:pt x="53325" y="720329"/>
                </a:lnTo>
                <a:lnTo>
                  <a:pt x="75540" y="759610"/>
                </a:lnTo>
                <a:lnTo>
                  <a:pt x="101120" y="796566"/>
                </a:lnTo>
                <a:lnTo>
                  <a:pt x="129857" y="830988"/>
                </a:lnTo>
                <a:lnTo>
                  <a:pt x="161543" y="862670"/>
                </a:lnTo>
                <a:lnTo>
                  <a:pt x="195970" y="891403"/>
                </a:lnTo>
                <a:lnTo>
                  <a:pt x="232930" y="916979"/>
                </a:lnTo>
                <a:lnTo>
                  <a:pt x="272216" y="939190"/>
                </a:lnTo>
                <a:lnTo>
                  <a:pt x="313618" y="957829"/>
                </a:lnTo>
                <a:lnTo>
                  <a:pt x="356929" y="972688"/>
                </a:lnTo>
                <a:lnTo>
                  <a:pt x="401942" y="983559"/>
                </a:lnTo>
                <a:lnTo>
                  <a:pt x="448448" y="990233"/>
                </a:lnTo>
                <a:lnTo>
                  <a:pt x="496239" y="992504"/>
                </a:lnTo>
                <a:lnTo>
                  <a:pt x="544023" y="990233"/>
                </a:lnTo>
                <a:lnTo>
                  <a:pt x="590524" y="983559"/>
                </a:lnTo>
                <a:lnTo>
                  <a:pt x="635533" y="972688"/>
                </a:lnTo>
                <a:lnTo>
                  <a:pt x="678843" y="957829"/>
                </a:lnTo>
                <a:lnTo>
                  <a:pt x="720246" y="939190"/>
                </a:lnTo>
                <a:lnTo>
                  <a:pt x="759533" y="916979"/>
                </a:lnTo>
                <a:lnTo>
                  <a:pt x="796496" y="891403"/>
                </a:lnTo>
                <a:lnTo>
                  <a:pt x="830927" y="862670"/>
                </a:lnTo>
                <a:lnTo>
                  <a:pt x="862617" y="830988"/>
                </a:lnTo>
                <a:lnTo>
                  <a:pt x="891359" y="796566"/>
                </a:lnTo>
                <a:lnTo>
                  <a:pt x="916944" y="759610"/>
                </a:lnTo>
                <a:lnTo>
                  <a:pt x="939165" y="720329"/>
                </a:lnTo>
                <a:lnTo>
                  <a:pt x="957812" y="678930"/>
                </a:lnTo>
                <a:lnTo>
                  <a:pt x="972678" y="635621"/>
                </a:lnTo>
                <a:lnTo>
                  <a:pt x="983554" y="590611"/>
                </a:lnTo>
                <a:lnTo>
                  <a:pt x="990232" y="544106"/>
                </a:lnTo>
                <a:lnTo>
                  <a:pt x="992504" y="496315"/>
                </a:lnTo>
                <a:lnTo>
                  <a:pt x="990232" y="448523"/>
                </a:lnTo>
                <a:lnTo>
                  <a:pt x="983554" y="402015"/>
                </a:lnTo>
                <a:lnTo>
                  <a:pt x="972678" y="356999"/>
                </a:lnTo>
                <a:lnTo>
                  <a:pt x="957812" y="313683"/>
                </a:lnTo>
                <a:lnTo>
                  <a:pt x="939165" y="272276"/>
                </a:lnTo>
                <a:lnTo>
                  <a:pt x="916944" y="232985"/>
                </a:lnTo>
                <a:lnTo>
                  <a:pt x="891359" y="196018"/>
                </a:lnTo>
                <a:lnTo>
                  <a:pt x="862617" y="161585"/>
                </a:lnTo>
                <a:lnTo>
                  <a:pt x="830927" y="129892"/>
                </a:lnTo>
                <a:lnTo>
                  <a:pt x="796496" y="101148"/>
                </a:lnTo>
                <a:lnTo>
                  <a:pt x="759533" y="75562"/>
                </a:lnTo>
                <a:lnTo>
                  <a:pt x="720246" y="53341"/>
                </a:lnTo>
                <a:lnTo>
                  <a:pt x="678843" y="34693"/>
                </a:lnTo>
                <a:lnTo>
                  <a:pt x="635533" y="19827"/>
                </a:lnTo>
                <a:lnTo>
                  <a:pt x="590524" y="8950"/>
                </a:lnTo>
                <a:lnTo>
                  <a:pt x="544023" y="2272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15974" y="6224142"/>
            <a:ext cx="22987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80">
                <a:solidFill>
                  <a:srgbClr val="FFFDFD"/>
                </a:solidFill>
                <a:latin typeface="Tahoma"/>
                <a:cs typeface="Tahoma"/>
              </a:rPr>
              <a:t>7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51940" y="3438524"/>
            <a:ext cx="15811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79372" y="2105024"/>
            <a:ext cx="10287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45844" y="4106417"/>
            <a:ext cx="1708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53464" y="2770759"/>
            <a:ext cx="15557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48892" y="5441695"/>
            <a:ext cx="16573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51940" y="4773929"/>
            <a:ext cx="1581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7734" y="709320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4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150416" y="7216520"/>
            <a:ext cx="16192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9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148892" y="7884414"/>
            <a:ext cx="16573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464" rIns="0" bIns="0" rtlCol="0" vert="horz">
            <a:spAutoFit/>
          </a:bodyPr>
          <a:lstStyle/>
          <a:p>
            <a:pPr marL="2172335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TECHNOLOGIES</a:t>
            </a:r>
            <a:r>
              <a:rPr dirty="0" spc="-70"/>
              <a:t> </a:t>
            </a:r>
            <a:r>
              <a:rPr dirty="0" spc="-20"/>
              <a:t>USED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288794" y="1656333"/>
            <a:ext cx="8696325" cy="1671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1.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Backend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Technologies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Calibri"/>
                <a:cs typeface="Calibri"/>
              </a:rPr>
              <a:t>Java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–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Core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programming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language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application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logic</a:t>
            </a:r>
            <a:endParaRPr sz="1800">
              <a:latin typeface="Calibri"/>
              <a:cs typeface="Calibri"/>
            </a:endParaRPr>
          </a:p>
          <a:p>
            <a:pPr marL="12700" marR="118745">
              <a:lnSpc>
                <a:spcPct val="100000"/>
              </a:lnSpc>
            </a:pPr>
            <a:r>
              <a:rPr dirty="0" sz="1800" b="1">
                <a:latin typeface="Calibri"/>
                <a:cs typeface="Calibri"/>
              </a:rPr>
              <a:t>Spring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Boot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–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building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standalone, </a:t>
            </a:r>
            <a:r>
              <a:rPr dirty="0" sz="1800" spc="-20">
                <a:latin typeface="Calibri"/>
                <a:cs typeface="Calibri"/>
              </a:rPr>
              <a:t>production-</a:t>
            </a:r>
            <a:r>
              <a:rPr dirty="0" sz="1800">
                <a:latin typeface="Calibri"/>
                <a:cs typeface="Calibri"/>
              </a:rPr>
              <a:t>ready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applications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embedded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server </a:t>
            </a:r>
            <a:r>
              <a:rPr dirty="0" sz="1800" b="1">
                <a:latin typeface="Calibri"/>
                <a:cs typeface="Calibri"/>
              </a:rPr>
              <a:t>Spring</a:t>
            </a:r>
            <a:r>
              <a:rPr dirty="0" sz="1800" spc="-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MVC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–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handling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web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requests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using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controllers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(@Controller, </a:t>
            </a:r>
            <a:r>
              <a:rPr dirty="0" sz="1800" spc="-10">
                <a:latin typeface="Calibri"/>
                <a:cs typeface="Calibri"/>
              </a:rPr>
              <a:t>@RestController) </a:t>
            </a:r>
            <a:r>
              <a:rPr dirty="0" sz="1800" b="1">
                <a:latin typeface="Calibri"/>
                <a:cs typeface="Calibri"/>
              </a:rPr>
              <a:t>Spring</a:t>
            </a:r>
            <a:r>
              <a:rPr dirty="0" sz="1800" spc="-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Core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–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Dependency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Injection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using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@Autowired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Calibri"/>
                <a:cs typeface="Calibri"/>
              </a:rPr>
              <a:t>Spring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Data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JPA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(Hibernate)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–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database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interaction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ORM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(Object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Relational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Mapping)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3383" y="3955988"/>
            <a:ext cx="115050" cy="119824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2288794" y="3854322"/>
            <a:ext cx="5657215" cy="11201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2599055" indent="359410">
              <a:lnSpc>
                <a:spcPct val="99400"/>
              </a:lnSpc>
              <a:spcBef>
                <a:spcPts val="110"/>
              </a:spcBef>
            </a:pPr>
            <a:r>
              <a:rPr dirty="0" sz="1800" b="1">
                <a:latin typeface="Calibri"/>
                <a:cs typeface="Calibri"/>
              </a:rPr>
              <a:t>2.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Frontend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Technologies </a:t>
            </a:r>
            <a:r>
              <a:rPr dirty="0" sz="1800" b="1">
                <a:latin typeface="Calibri"/>
                <a:cs typeface="Calibri"/>
              </a:rPr>
              <a:t>HTML5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–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Structure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web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pages </a:t>
            </a:r>
            <a:r>
              <a:rPr dirty="0" sz="1800" b="1">
                <a:latin typeface="Calibri"/>
                <a:cs typeface="Calibri"/>
              </a:rPr>
              <a:t>CSS3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–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Styling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layout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Calibri"/>
                <a:cs typeface="Calibri"/>
              </a:rPr>
              <a:t>Thymeleaf</a:t>
            </a:r>
            <a:r>
              <a:rPr dirty="0" sz="1800" spc="-7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–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Template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engine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dynamic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content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rendering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3383" y="5601908"/>
            <a:ext cx="115050" cy="119824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2288794" y="5500496"/>
            <a:ext cx="3338195" cy="194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2110">
              <a:lnSpc>
                <a:spcPts val="215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3.</a:t>
            </a:r>
            <a:r>
              <a:rPr dirty="0" sz="1800" spc="-10" b="1">
                <a:latin typeface="Calibri"/>
                <a:cs typeface="Calibri"/>
              </a:rPr>
              <a:t> Database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ts val="2160"/>
              </a:lnSpc>
              <a:spcBef>
                <a:spcPts val="60"/>
              </a:spcBef>
            </a:pPr>
            <a:r>
              <a:rPr dirty="0" sz="1800" b="1">
                <a:latin typeface="Calibri"/>
                <a:cs typeface="Calibri"/>
              </a:rPr>
              <a:t>MySQL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(or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H2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Database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testing) </a:t>
            </a:r>
            <a:r>
              <a:rPr dirty="0" sz="1800">
                <a:latin typeface="Calibri"/>
                <a:cs typeface="Calibri"/>
              </a:rPr>
              <a:t>Used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store:</a:t>
            </a:r>
            <a:endParaRPr sz="1800">
              <a:latin typeface="Calibri"/>
              <a:cs typeface="Calibri"/>
            </a:endParaRPr>
          </a:p>
          <a:p>
            <a:pPr marL="469900" marR="980440">
              <a:lnSpc>
                <a:spcPts val="2160"/>
              </a:lnSpc>
            </a:pPr>
            <a:r>
              <a:rPr dirty="0" sz="1800">
                <a:latin typeface="Calibri"/>
                <a:cs typeface="Calibri"/>
              </a:rPr>
              <a:t>Event</a:t>
            </a:r>
            <a:r>
              <a:rPr dirty="0" sz="1800" spc="-10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details </a:t>
            </a:r>
            <a:r>
              <a:rPr dirty="0" sz="1800">
                <a:latin typeface="Calibri"/>
                <a:cs typeface="Calibri"/>
              </a:rPr>
              <a:t>Student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information Registrations</a:t>
            </a:r>
            <a:endParaRPr sz="1800">
              <a:latin typeface="Calibri"/>
              <a:cs typeface="Calibri"/>
            </a:endParaRPr>
          </a:p>
          <a:p>
            <a:pPr marL="469900">
              <a:lnSpc>
                <a:spcPts val="2090"/>
              </a:lnSpc>
            </a:pPr>
            <a:r>
              <a:rPr dirty="0" sz="1800" spc="-10">
                <a:latin typeface="Calibri"/>
                <a:cs typeface="Calibri"/>
              </a:rPr>
              <a:t>Feedback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3383" y="8070788"/>
            <a:ext cx="115050" cy="119824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2288794" y="7969757"/>
            <a:ext cx="3586479" cy="194310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985519" indent="359410">
              <a:lnSpc>
                <a:spcPts val="2140"/>
              </a:lnSpc>
              <a:spcBef>
                <a:spcPts val="185"/>
              </a:spcBef>
            </a:pPr>
            <a:r>
              <a:rPr dirty="0" sz="1800" b="1">
                <a:latin typeface="Calibri"/>
                <a:cs typeface="Calibri"/>
              </a:rPr>
              <a:t>4.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Validation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&amp;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Security </a:t>
            </a:r>
            <a:r>
              <a:rPr dirty="0" sz="1800" b="1">
                <a:latin typeface="Calibri"/>
                <a:cs typeface="Calibri"/>
              </a:rPr>
              <a:t>Java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Bean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Validation</a:t>
            </a:r>
            <a:endParaRPr sz="1800">
              <a:latin typeface="Calibri"/>
              <a:cs typeface="Calibri"/>
            </a:endParaRPr>
          </a:p>
          <a:p>
            <a:pPr marL="469900" marR="2186940">
              <a:lnSpc>
                <a:spcPts val="2160"/>
              </a:lnSpc>
            </a:pPr>
            <a:r>
              <a:rPr dirty="0" sz="1800" spc="-10">
                <a:latin typeface="Calibri"/>
                <a:cs typeface="Calibri"/>
              </a:rPr>
              <a:t>@NotNull @Size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090"/>
              </a:lnSpc>
            </a:pPr>
            <a:r>
              <a:rPr dirty="0" sz="1800" b="1">
                <a:latin typeface="Calibri"/>
                <a:cs typeface="Calibri"/>
              </a:rPr>
              <a:t>Spring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Security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(Basic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Authentication)</a:t>
            </a:r>
            <a:endParaRPr sz="18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alibri"/>
                <a:cs typeface="Calibri"/>
              </a:rPr>
              <a:t>Secure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admin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login</a:t>
            </a:r>
            <a:endParaRPr sz="18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dirty="0" sz="1800" spc="-25">
                <a:latin typeface="Calibri"/>
                <a:cs typeface="Calibri"/>
              </a:rPr>
              <a:t>Role-</a:t>
            </a:r>
            <a:r>
              <a:rPr dirty="0" sz="1800">
                <a:latin typeface="Calibri"/>
                <a:cs typeface="Calibri"/>
              </a:rPr>
              <a:t>based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access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control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665391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09878" y="6901433"/>
            <a:ext cx="24193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170">
                <a:solidFill>
                  <a:srgbClr val="FFFDFD"/>
                </a:solidFill>
                <a:latin typeface="Tahoma"/>
                <a:cs typeface="Tahoma"/>
              </a:rPr>
              <a:t>8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51940" y="3438524"/>
            <a:ext cx="15811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79372" y="2105024"/>
            <a:ext cx="10287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45844" y="4106417"/>
            <a:ext cx="1708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53464" y="2770759"/>
            <a:ext cx="15557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48892" y="5441695"/>
            <a:ext cx="16573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51940" y="4773929"/>
            <a:ext cx="1581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7734" y="59862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153464" y="6109461"/>
            <a:ext cx="15494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148892" y="7884414"/>
            <a:ext cx="16573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333637" y="1047257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7170654" y="1996106"/>
            <a:ext cx="1117600" cy="6645275"/>
          </a:xfrm>
          <a:custGeom>
            <a:avLst/>
            <a:gdLst/>
            <a:ahLst/>
            <a:cxnLst/>
            <a:rect l="l" t="t" r="r" b="b"/>
            <a:pathLst>
              <a:path w="1117600" h="6645275">
                <a:moveTo>
                  <a:pt x="1117346" y="0"/>
                </a:moveTo>
                <a:lnTo>
                  <a:pt x="1082001" y="46973"/>
                </a:lnTo>
                <a:lnTo>
                  <a:pt x="1055312" y="83198"/>
                </a:lnTo>
                <a:lnTo>
                  <a:pt x="1028912" y="119647"/>
                </a:lnTo>
                <a:lnTo>
                  <a:pt x="1002804" y="156321"/>
                </a:lnTo>
                <a:lnTo>
                  <a:pt x="976990" y="193217"/>
                </a:lnTo>
                <a:lnTo>
                  <a:pt x="951471" y="230332"/>
                </a:lnTo>
                <a:lnTo>
                  <a:pt x="926248" y="267666"/>
                </a:lnTo>
                <a:lnTo>
                  <a:pt x="901325" y="305218"/>
                </a:lnTo>
                <a:lnTo>
                  <a:pt x="876701" y="342984"/>
                </a:lnTo>
                <a:lnTo>
                  <a:pt x="852380" y="380963"/>
                </a:lnTo>
                <a:lnTo>
                  <a:pt x="828362" y="419155"/>
                </a:lnTo>
                <a:lnTo>
                  <a:pt x="804649" y="457556"/>
                </a:lnTo>
                <a:lnTo>
                  <a:pt x="781244" y="496166"/>
                </a:lnTo>
                <a:lnTo>
                  <a:pt x="758148" y="534982"/>
                </a:lnTo>
                <a:lnTo>
                  <a:pt x="735362" y="574003"/>
                </a:lnTo>
                <a:lnTo>
                  <a:pt x="712888" y="613228"/>
                </a:lnTo>
                <a:lnTo>
                  <a:pt x="690728" y="652653"/>
                </a:lnTo>
                <a:lnTo>
                  <a:pt x="668884" y="692279"/>
                </a:lnTo>
                <a:lnTo>
                  <a:pt x="647357" y="732103"/>
                </a:lnTo>
                <a:lnTo>
                  <a:pt x="626149" y="772123"/>
                </a:lnTo>
                <a:lnTo>
                  <a:pt x="605262" y="812338"/>
                </a:lnTo>
                <a:lnTo>
                  <a:pt x="584697" y="852745"/>
                </a:lnTo>
                <a:lnTo>
                  <a:pt x="564456" y="893344"/>
                </a:lnTo>
                <a:lnTo>
                  <a:pt x="544541" y="934133"/>
                </a:lnTo>
                <a:lnTo>
                  <a:pt x="524954" y="975110"/>
                </a:lnTo>
                <a:lnTo>
                  <a:pt x="505696" y="1016272"/>
                </a:lnTo>
                <a:lnTo>
                  <a:pt x="486769" y="1057619"/>
                </a:lnTo>
                <a:lnTo>
                  <a:pt x="468174" y="1099149"/>
                </a:lnTo>
                <a:lnTo>
                  <a:pt x="449914" y="1140860"/>
                </a:lnTo>
                <a:lnTo>
                  <a:pt x="431990" y="1182751"/>
                </a:lnTo>
                <a:lnTo>
                  <a:pt x="414404" y="1224819"/>
                </a:lnTo>
                <a:lnTo>
                  <a:pt x="397157" y="1267062"/>
                </a:lnTo>
                <a:lnTo>
                  <a:pt x="380251" y="1309481"/>
                </a:lnTo>
                <a:lnTo>
                  <a:pt x="363688" y="1352071"/>
                </a:lnTo>
                <a:lnTo>
                  <a:pt x="347470" y="1394833"/>
                </a:lnTo>
                <a:lnTo>
                  <a:pt x="331598" y="1437763"/>
                </a:lnTo>
                <a:lnTo>
                  <a:pt x="316074" y="1480862"/>
                </a:lnTo>
                <a:lnTo>
                  <a:pt x="300899" y="1524125"/>
                </a:lnTo>
                <a:lnTo>
                  <a:pt x="286076" y="1567553"/>
                </a:lnTo>
                <a:lnTo>
                  <a:pt x="271606" y="1611143"/>
                </a:lnTo>
                <a:lnTo>
                  <a:pt x="257491" y="1654894"/>
                </a:lnTo>
                <a:lnTo>
                  <a:pt x="243732" y="1698804"/>
                </a:lnTo>
                <a:lnTo>
                  <a:pt x="230332" y="1742871"/>
                </a:lnTo>
                <a:lnTo>
                  <a:pt x="217291" y="1787093"/>
                </a:lnTo>
                <a:lnTo>
                  <a:pt x="204612" y="1831469"/>
                </a:lnTo>
                <a:lnTo>
                  <a:pt x="192297" y="1875998"/>
                </a:lnTo>
                <a:lnTo>
                  <a:pt x="180346" y="1920676"/>
                </a:lnTo>
                <a:lnTo>
                  <a:pt x="168762" y="1965504"/>
                </a:lnTo>
                <a:lnTo>
                  <a:pt x="157546" y="2010478"/>
                </a:lnTo>
                <a:lnTo>
                  <a:pt x="146701" y="2055598"/>
                </a:lnTo>
                <a:lnTo>
                  <a:pt x="136227" y="2100861"/>
                </a:lnTo>
                <a:lnTo>
                  <a:pt x="126127" y="2146266"/>
                </a:lnTo>
                <a:lnTo>
                  <a:pt x="116402" y="2191812"/>
                </a:lnTo>
                <a:lnTo>
                  <a:pt x="107054" y="2237496"/>
                </a:lnTo>
                <a:lnTo>
                  <a:pt x="98085" y="2283316"/>
                </a:lnTo>
                <a:lnTo>
                  <a:pt x="89496" y="2329272"/>
                </a:lnTo>
                <a:lnTo>
                  <a:pt x="81289" y="2375361"/>
                </a:lnTo>
                <a:lnTo>
                  <a:pt x="73466" y="2421582"/>
                </a:lnTo>
                <a:lnTo>
                  <a:pt x="66028" y="2467932"/>
                </a:lnTo>
                <a:lnTo>
                  <a:pt x="58977" y="2514411"/>
                </a:lnTo>
                <a:lnTo>
                  <a:pt x="52315" y="2561017"/>
                </a:lnTo>
                <a:lnTo>
                  <a:pt x="46044" y="2607747"/>
                </a:lnTo>
                <a:lnTo>
                  <a:pt x="40165" y="2654601"/>
                </a:lnTo>
                <a:lnTo>
                  <a:pt x="34680" y="2701575"/>
                </a:lnTo>
                <a:lnTo>
                  <a:pt x="29591" y="2748670"/>
                </a:lnTo>
                <a:lnTo>
                  <a:pt x="24899" y="2795883"/>
                </a:lnTo>
                <a:lnTo>
                  <a:pt x="20606" y="2843212"/>
                </a:lnTo>
                <a:lnTo>
                  <a:pt x="16714" y="2890656"/>
                </a:lnTo>
                <a:lnTo>
                  <a:pt x="13224" y="2938212"/>
                </a:lnTo>
                <a:lnTo>
                  <a:pt x="10138" y="2985880"/>
                </a:lnTo>
                <a:lnTo>
                  <a:pt x="7459" y="3033657"/>
                </a:lnTo>
                <a:lnTo>
                  <a:pt x="5187" y="3081542"/>
                </a:lnTo>
                <a:lnTo>
                  <a:pt x="3324" y="3129534"/>
                </a:lnTo>
                <a:lnTo>
                  <a:pt x="1872" y="3177629"/>
                </a:lnTo>
                <a:lnTo>
                  <a:pt x="833" y="3225828"/>
                </a:lnTo>
                <a:lnTo>
                  <a:pt x="208" y="3274127"/>
                </a:lnTo>
                <a:lnTo>
                  <a:pt x="0" y="3322526"/>
                </a:lnTo>
                <a:lnTo>
                  <a:pt x="208" y="3370925"/>
                </a:lnTo>
                <a:lnTo>
                  <a:pt x="833" y="3419224"/>
                </a:lnTo>
                <a:lnTo>
                  <a:pt x="1872" y="3467422"/>
                </a:lnTo>
                <a:lnTo>
                  <a:pt x="3324" y="3515518"/>
                </a:lnTo>
                <a:lnTo>
                  <a:pt x="5187" y="3563509"/>
                </a:lnTo>
                <a:lnTo>
                  <a:pt x="7459" y="3611395"/>
                </a:lnTo>
                <a:lnTo>
                  <a:pt x="10138" y="3659172"/>
                </a:lnTo>
                <a:lnTo>
                  <a:pt x="13224" y="3706840"/>
                </a:lnTo>
                <a:lnTo>
                  <a:pt x="16714" y="3754396"/>
                </a:lnTo>
                <a:lnTo>
                  <a:pt x="20606" y="3801840"/>
                </a:lnTo>
                <a:lnTo>
                  <a:pt x="24899" y="3849169"/>
                </a:lnTo>
                <a:lnTo>
                  <a:pt x="29591" y="3896382"/>
                </a:lnTo>
                <a:lnTo>
                  <a:pt x="34680" y="3943477"/>
                </a:lnTo>
                <a:lnTo>
                  <a:pt x="40165" y="3990452"/>
                </a:lnTo>
                <a:lnTo>
                  <a:pt x="46044" y="4037305"/>
                </a:lnTo>
                <a:lnTo>
                  <a:pt x="52315" y="4084035"/>
                </a:lnTo>
                <a:lnTo>
                  <a:pt x="58977" y="4130641"/>
                </a:lnTo>
                <a:lnTo>
                  <a:pt x="66028" y="4177120"/>
                </a:lnTo>
                <a:lnTo>
                  <a:pt x="73466" y="4223471"/>
                </a:lnTo>
                <a:lnTo>
                  <a:pt x="81289" y="4269691"/>
                </a:lnTo>
                <a:lnTo>
                  <a:pt x="89496" y="4315780"/>
                </a:lnTo>
                <a:lnTo>
                  <a:pt x="98085" y="4361736"/>
                </a:lnTo>
                <a:lnTo>
                  <a:pt x="107054" y="4407557"/>
                </a:lnTo>
                <a:lnTo>
                  <a:pt x="116402" y="4453241"/>
                </a:lnTo>
                <a:lnTo>
                  <a:pt x="126127" y="4498786"/>
                </a:lnTo>
                <a:lnTo>
                  <a:pt x="136227" y="4544191"/>
                </a:lnTo>
                <a:lnTo>
                  <a:pt x="146701" y="4589455"/>
                </a:lnTo>
                <a:lnTo>
                  <a:pt x="157546" y="4634574"/>
                </a:lnTo>
                <a:lnTo>
                  <a:pt x="168762" y="4679549"/>
                </a:lnTo>
                <a:lnTo>
                  <a:pt x="180346" y="4724376"/>
                </a:lnTo>
                <a:lnTo>
                  <a:pt x="192297" y="4769055"/>
                </a:lnTo>
                <a:lnTo>
                  <a:pt x="204612" y="4813584"/>
                </a:lnTo>
                <a:lnTo>
                  <a:pt x="217291" y="4857960"/>
                </a:lnTo>
                <a:lnTo>
                  <a:pt x="230332" y="4902182"/>
                </a:lnTo>
                <a:lnTo>
                  <a:pt x="243732" y="4946249"/>
                </a:lnTo>
                <a:lnTo>
                  <a:pt x="257491" y="4990159"/>
                </a:lnTo>
                <a:lnTo>
                  <a:pt x="271606" y="5033910"/>
                </a:lnTo>
                <a:lnTo>
                  <a:pt x="286076" y="5077500"/>
                </a:lnTo>
                <a:lnTo>
                  <a:pt x="300899" y="5120928"/>
                </a:lnTo>
                <a:lnTo>
                  <a:pt x="316074" y="5164192"/>
                </a:lnTo>
                <a:lnTo>
                  <a:pt x="331598" y="5207290"/>
                </a:lnTo>
                <a:lnTo>
                  <a:pt x="347470" y="5250221"/>
                </a:lnTo>
                <a:lnTo>
                  <a:pt x="363688" y="5292982"/>
                </a:lnTo>
                <a:lnTo>
                  <a:pt x="380251" y="5335573"/>
                </a:lnTo>
                <a:lnTo>
                  <a:pt x="397157" y="5377991"/>
                </a:lnTo>
                <a:lnTo>
                  <a:pt x="414404" y="5420235"/>
                </a:lnTo>
                <a:lnTo>
                  <a:pt x="431990" y="5462303"/>
                </a:lnTo>
                <a:lnTo>
                  <a:pt x="449914" y="5504194"/>
                </a:lnTo>
                <a:lnTo>
                  <a:pt x="468174" y="5545905"/>
                </a:lnTo>
                <a:lnTo>
                  <a:pt x="486769" y="5587435"/>
                </a:lnTo>
                <a:lnTo>
                  <a:pt x="505696" y="5628782"/>
                </a:lnTo>
                <a:lnTo>
                  <a:pt x="524954" y="5669945"/>
                </a:lnTo>
                <a:lnTo>
                  <a:pt x="544541" y="5710921"/>
                </a:lnTo>
                <a:lnTo>
                  <a:pt x="564456" y="5751710"/>
                </a:lnTo>
                <a:lnTo>
                  <a:pt x="584697" y="5792309"/>
                </a:lnTo>
                <a:lnTo>
                  <a:pt x="605262" y="5832717"/>
                </a:lnTo>
                <a:lnTo>
                  <a:pt x="626149" y="5872932"/>
                </a:lnTo>
                <a:lnTo>
                  <a:pt x="647357" y="5912952"/>
                </a:lnTo>
                <a:lnTo>
                  <a:pt x="668884" y="5952776"/>
                </a:lnTo>
                <a:lnTo>
                  <a:pt x="690728" y="5992402"/>
                </a:lnTo>
                <a:lnTo>
                  <a:pt x="712888" y="6031828"/>
                </a:lnTo>
                <a:lnTo>
                  <a:pt x="735362" y="6071052"/>
                </a:lnTo>
                <a:lnTo>
                  <a:pt x="758148" y="6110073"/>
                </a:lnTo>
                <a:lnTo>
                  <a:pt x="781244" y="6148890"/>
                </a:lnTo>
                <a:lnTo>
                  <a:pt x="804649" y="6187499"/>
                </a:lnTo>
                <a:lnTo>
                  <a:pt x="828362" y="6225901"/>
                </a:lnTo>
                <a:lnTo>
                  <a:pt x="852380" y="6264092"/>
                </a:lnTo>
                <a:lnTo>
                  <a:pt x="876701" y="6302072"/>
                </a:lnTo>
                <a:lnTo>
                  <a:pt x="901325" y="6339838"/>
                </a:lnTo>
                <a:lnTo>
                  <a:pt x="926248" y="6377389"/>
                </a:lnTo>
                <a:lnTo>
                  <a:pt x="951471" y="6414724"/>
                </a:lnTo>
                <a:lnTo>
                  <a:pt x="976990" y="6451840"/>
                </a:lnTo>
                <a:lnTo>
                  <a:pt x="1002804" y="6488735"/>
                </a:lnTo>
                <a:lnTo>
                  <a:pt x="1028912" y="6525409"/>
                </a:lnTo>
                <a:lnTo>
                  <a:pt x="1055312" y="6561859"/>
                </a:lnTo>
                <a:lnTo>
                  <a:pt x="1082001" y="6598084"/>
                </a:lnTo>
                <a:lnTo>
                  <a:pt x="1108979" y="6634081"/>
                </a:lnTo>
                <a:lnTo>
                  <a:pt x="1117346" y="6645057"/>
                </a:lnTo>
              </a:path>
            </a:pathLst>
          </a:custGeom>
          <a:ln w="514350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464" rIns="0" bIns="0" rtlCol="0" vert="horz">
            <a:spAutoFit/>
          </a:bodyPr>
          <a:lstStyle/>
          <a:p>
            <a:pPr marL="198628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dirty="0" spc="-25"/>
              <a:t> </a:t>
            </a:r>
            <a:r>
              <a:rPr dirty="0" spc="-10"/>
              <a:t>DESCRIPTION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374519" y="2225167"/>
            <a:ext cx="14102715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Calibri"/>
                <a:cs typeface="Calibri"/>
              </a:rPr>
              <a:t>Module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1:</a:t>
            </a:r>
            <a:r>
              <a:rPr dirty="0" sz="2400" spc="-3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User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Management</a:t>
            </a:r>
            <a:endParaRPr sz="2400">
              <a:latin typeface="Calibri"/>
              <a:cs typeface="Calibri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2400">
                <a:latin typeface="Calibri"/>
                <a:cs typeface="Calibri"/>
              </a:rPr>
              <a:t>Handles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student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admin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registration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login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functionalities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secure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authentication.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ensures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role-based </a:t>
            </a:r>
            <a:r>
              <a:rPr dirty="0" sz="2400" b="1">
                <a:latin typeface="Calibri"/>
                <a:cs typeface="Calibri"/>
              </a:rPr>
              <a:t>access</a:t>
            </a:r>
            <a:r>
              <a:rPr dirty="0" sz="2400" spc="-7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control</a:t>
            </a:r>
            <a:r>
              <a:rPr dirty="0" sz="2400">
                <a:latin typeface="Calibri"/>
                <a:cs typeface="Calibri"/>
              </a:rPr>
              <a:t>,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where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students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access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35">
                <a:latin typeface="Calibri"/>
                <a:cs typeface="Calibri"/>
              </a:rPr>
              <a:t>event-</a:t>
            </a:r>
            <a:r>
              <a:rPr dirty="0" sz="2400" spc="-10">
                <a:latin typeface="Calibri"/>
                <a:cs typeface="Calibri"/>
              </a:rPr>
              <a:t>related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features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administrators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manage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system.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This </a:t>
            </a:r>
            <a:r>
              <a:rPr dirty="0" sz="2400">
                <a:latin typeface="Calibri"/>
                <a:cs typeface="Calibri"/>
              </a:rPr>
              <a:t>module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maintains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user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privacy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system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security.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74519" y="4053662"/>
            <a:ext cx="14540865" cy="1489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Calibri"/>
                <a:cs typeface="Calibri"/>
              </a:rPr>
              <a:t>Module</a:t>
            </a:r>
            <a:r>
              <a:rPr dirty="0" sz="2400" spc="-7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2: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Event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Management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(Core</a:t>
            </a:r>
            <a:r>
              <a:rPr dirty="0" sz="2400" spc="-6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Processing)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Calibri"/>
                <a:cs typeface="Calibri"/>
              </a:rPr>
              <a:t>Implements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core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functionality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system,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including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event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creation,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updating,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and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deletion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admins.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also </a:t>
            </a:r>
            <a:r>
              <a:rPr dirty="0" sz="2400">
                <a:latin typeface="Calibri"/>
                <a:cs typeface="Calibri"/>
              </a:rPr>
              <a:t>allows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students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browse</a:t>
            </a:r>
            <a:r>
              <a:rPr dirty="0" sz="2400" spc="-7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events,</a:t>
            </a:r>
            <a:r>
              <a:rPr dirty="0" sz="2400" spc="-6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register</a:t>
            </a:r>
            <a:r>
              <a:rPr dirty="0" sz="2400" spc="-7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for</a:t>
            </a:r>
            <a:r>
              <a:rPr dirty="0" sz="2400" spc="-7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events,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and</a:t>
            </a:r>
            <a:r>
              <a:rPr dirty="0" sz="2400" spc="-7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submit</a:t>
            </a:r>
            <a:r>
              <a:rPr dirty="0" sz="2400" spc="-6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feedback</a:t>
            </a:r>
            <a:r>
              <a:rPr dirty="0" sz="2400">
                <a:latin typeface="Calibri"/>
                <a:cs typeface="Calibri"/>
              </a:rPr>
              <a:t>.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module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ensures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smooth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handling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of </a:t>
            </a:r>
            <a:r>
              <a:rPr dirty="0" sz="2400">
                <a:latin typeface="Calibri"/>
                <a:cs typeface="Calibri"/>
              </a:rPr>
              <a:t>event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workflows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user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interactions.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374519" y="5883021"/>
            <a:ext cx="14752319" cy="1489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Calibri"/>
                <a:cs typeface="Calibri"/>
              </a:rPr>
              <a:t>Module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3: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Database</a:t>
            </a:r>
            <a:r>
              <a:rPr dirty="0" sz="2400" spc="-1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Management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2400" spc="-10">
                <a:latin typeface="Calibri"/>
                <a:cs typeface="Calibri"/>
              </a:rPr>
              <a:t>Responsible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storing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managing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system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such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event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details,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student</a:t>
            </a:r>
            <a:r>
              <a:rPr dirty="0" sz="2400" spc="-3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information,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spc="-20" b="1">
                <a:latin typeface="Calibri"/>
                <a:cs typeface="Calibri"/>
              </a:rPr>
              <a:t>registrations,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spc="-25" b="1">
                <a:latin typeface="Calibri"/>
                <a:cs typeface="Calibri"/>
              </a:rPr>
              <a:t>and </a:t>
            </a:r>
            <a:r>
              <a:rPr dirty="0" sz="2400" b="1">
                <a:latin typeface="Calibri"/>
                <a:cs typeface="Calibri"/>
              </a:rPr>
              <a:t>feedback</a:t>
            </a:r>
            <a:r>
              <a:rPr dirty="0" sz="2400">
                <a:latin typeface="Calibri"/>
                <a:cs typeface="Calibri"/>
              </a:rPr>
              <a:t>.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ensures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consistency,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integrity,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efficient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retrieval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using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structured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database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system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like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MySQL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or H2.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74519" y="7712202"/>
            <a:ext cx="1417256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Calibri"/>
                <a:cs typeface="Calibri"/>
              </a:rPr>
              <a:t>Module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4: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Reporting</a:t>
            </a:r>
            <a:r>
              <a:rPr dirty="0" sz="2400" spc="-4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&amp;</a:t>
            </a:r>
            <a:r>
              <a:rPr dirty="0" sz="2400" spc="-4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Analytics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400" spc="-10">
                <a:latin typeface="Calibri"/>
                <a:cs typeface="Calibri"/>
              </a:rPr>
              <a:t>Generates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reports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event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participation,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registration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counts,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and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feedback</a:t>
            </a:r>
            <a:r>
              <a:rPr dirty="0" sz="2400" spc="-8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analysis</a:t>
            </a:r>
            <a:r>
              <a:rPr dirty="0" sz="2400">
                <a:latin typeface="Calibri"/>
                <a:cs typeface="Calibri"/>
              </a:rPr>
              <a:t>.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provides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useful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insights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to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400" spc="-10">
                <a:latin typeface="Calibri"/>
                <a:cs typeface="Calibri"/>
              </a:rPr>
              <a:t>administrators,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helping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them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evaluate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event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success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make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better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decisions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future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events.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665391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77734" y="59862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22070" y="2105024"/>
            <a:ext cx="217804" cy="6064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985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  <a:spcBef>
                <a:spcPts val="5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6195">
              <a:lnSpc>
                <a:spcPct val="100000"/>
              </a:lnSpc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9370">
              <a:lnSpc>
                <a:spcPct val="100000"/>
              </a:lnSpc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400" spc="-50" b="1">
                <a:solidFill>
                  <a:srgbClr val="001F5F"/>
                </a:solidFill>
                <a:latin typeface="Tahoma"/>
                <a:cs typeface="Tahoma"/>
              </a:rPr>
              <a:t>8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30"/>
              </a:spcBef>
            </a:pPr>
            <a:endParaRPr sz="2400">
              <a:latin typeface="Tahoma"/>
              <a:cs typeface="Tahoma"/>
            </a:endParaRPr>
          </a:p>
          <a:p>
            <a:pPr marL="39370">
              <a:lnSpc>
                <a:spcPct val="100000"/>
              </a:lnSpc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6333637" y="1047257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7170654" y="1996106"/>
            <a:ext cx="1117600" cy="6645275"/>
          </a:xfrm>
          <a:custGeom>
            <a:avLst/>
            <a:gdLst/>
            <a:ahLst/>
            <a:cxnLst/>
            <a:rect l="l" t="t" r="r" b="b"/>
            <a:pathLst>
              <a:path w="1117600" h="6645275">
                <a:moveTo>
                  <a:pt x="1117346" y="0"/>
                </a:moveTo>
                <a:lnTo>
                  <a:pt x="1082001" y="46973"/>
                </a:lnTo>
                <a:lnTo>
                  <a:pt x="1055312" y="83198"/>
                </a:lnTo>
                <a:lnTo>
                  <a:pt x="1028912" y="119647"/>
                </a:lnTo>
                <a:lnTo>
                  <a:pt x="1002804" y="156321"/>
                </a:lnTo>
                <a:lnTo>
                  <a:pt x="976990" y="193217"/>
                </a:lnTo>
                <a:lnTo>
                  <a:pt x="951471" y="230332"/>
                </a:lnTo>
                <a:lnTo>
                  <a:pt x="926248" y="267666"/>
                </a:lnTo>
                <a:lnTo>
                  <a:pt x="901325" y="305218"/>
                </a:lnTo>
                <a:lnTo>
                  <a:pt x="876701" y="342984"/>
                </a:lnTo>
                <a:lnTo>
                  <a:pt x="852380" y="380963"/>
                </a:lnTo>
                <a:lnTo>
                  <a:pt x="828362" y="419155"/>
                </a:lnTo>
                <a:lnTo>
                  <a:pt x="804649" y="457556"/>
                </a:lnTo>
                <a:lnTo>
                  <a:pt x="781244" y="496166"/>
                </a:lnTo>
                <a:lnTo>
                  <a:pt x="758148" y="534982"/>
                </a:lnTo>
                <a:lnTo>
                  <a:pt x="735362" y="574003"/>
                </a:lnTo>
                <a:lnTo>
                  <a:pt x="712888" y="613228"/>
                </a:lnTo>
                <a:lnTo>
                  <a:pt x="690728" y="652653"/>
                </a:lnTo>
                <a:lnTo>
                  <a:pt x="668884" y="692279"/>
                </a:lnTo>
                <a:lnTo>
                  <a:pt x="647357" y="732103"/>
                </a:lnTo>
                <a:lnTo>
                  <a:pt x="626149" y="772123"/>
                </a:lnTo>
                <a:lnTo>
                  <a:pt x="605262" y="812338"/>
                </a:lnTo>
                <a:lnTo>
                  <a:pt x="584697" y="852745"/>
                </a:lnTo>
                <a:lnTo>
                  <a:pt x="564456" y="893344"/>
                </a:lnTo>
                <a:lnTo>
                  <a:pt x="544541" y="934133"/>
                </a:lnTo>
                <a:lnTo>
                  <a:pt x="524954" y="975110"/>
                </a:lnTo>
                <a:lnTo>
                  <a:pt x="505696" y="1016272"/>
                </a:lnTo>
                <a:lnTo>
                  <a:pt x="486769" y="1057619"/>
                </a:lnTo>
                <a:lnTo>
                  <a:pt x="468174" y="1099149"/>
                </a:lnTo>
                <a:lnTo>
                  <a:pt x="449914" y="1140860"/>
                </a:lnTo>
                <a:lnTo>
                  <a:pt x="431990" y="1182751"/>
                </a:lnTo>
                <a:lnTo>
                  <a:pt x="414404" y="1224819"/>
                </a:lnTo>
                <a:lnTo>
                  <a:pt x="397157" y="1267062"/>
                </a:lnTo>
                <a:lnTo>
                  <a:pt x="380251" y="1309481"/>
                </a:lnTo>
                <a:lnTo>
                  <a:pt x="363688" y="1352071"/>
                </a:lnTo>
                <a:lnTo>
                  <a:pt x="347470" y="1394833"/>
                </a:lnTo>
                <a:lnTo>
                  <a:pt x="331598" y="1437763"/>
                </a:lnTo>
                <a:lnTo>
                  <a:pt x="316074" y="1480862"/>
                </a:lnTo>
                <a:lnTo>
                  <a:pt x="300899" y="1524125"/>
                </a:lnTo>
                <a:lnTo>
                  <a:pt x="286076" y="1567553"/>
                </a:lnTo>
                <a:lnTo>
                  <a:pt x="271606" y="1611143"/>
                </a:lnTo>
                <a:lnTo>
                  <a:pt x="257491" y="1654894"/>
                </a:lnTo>
                <a:lnTo>
                  <a:pt x="243732" y="1698804"/>
                </a:lnTo>
                <a:lnTo>
                  <a:pt x="230332" y="1742871"/>
                </a:lnTo>
                <a:lnTo>
                  <a:pt x="217291" y="1787093"/>
                </a:lnTo>
                <a:lnTo>
                  <a:pt x="204612" y="1831469"/>
                </a:lnTo>
                <a:lnTo>
                  <a:pt x="192297" y="1875998"/>
                </a:lnTo>
                <a:lnTo>
                  <a:pt x="180346" y="1920676"/>
                </a:lnTo>
                <a:lnTo>
                  <a:pt x="168762" y="1965504"/>
                </a:lnTo>
                <a:lnTo>
                  <a:pt x="157546" y="2010478"/>
                </a:lnTo>
                <a:lnTo>
                  <a:pt x="146701" y="2055598"/>
                </a:lnTo>
                <a:lnTo>
                  <a:pt x="136227" y="2100861"/>
                </a:lnTo>
                <a:lnTo>
                  <a:pt x="126127" y="2146266"/>
                </a:lnTo>
                <a:lnTo>
                  <a:pt x="116402" y="2191812"/>
                </a:lnTo>
                <a:lnTo>
                  <a:pt x="107054" y="2237496"/>
                </a:lnTo>
                <a:lnTo>
                  <a:pt x="98085" y="2283316"/>
                </a:lnTo>
                <a:lnTo>
                  <a:pt x="89496" y="2329272"/>
                </a:lnTo>
                <a:lnTo>
                  <a:pt x="81289" y="2375361"/>
                </a:lnTo>
                <a:lnTo>
                  <a:pt x="73466" y="2421582"/>
                </a:lnTo>
                <a:lnTo>
                  <a:pt x="66028" y="2467932"/>
                </a:lnTo>
                <a:lnTo>
                  <a:pt x="58977" y="2514411"/>
                </a:lnTo>
                <a:lnTo>
                  <a:pt x="52315" y="2561017"/>
                </a:lnTo>
                <a:lnTo>
                  <a:pt x="46044" y="2607747"/>
                </a:lnTo>
                <a:lnTo>
                  <a:pt x="40165" y="2654601"/>
                </a:lnTo>
                <a:lnTo>
                  <a:pt x="34680" y="2701575"/>
                </a:lnTo>
                <a:lnTo>
                  <a:pt x="29591" y="2748670"/>
                </a:lnTo>
                <a:lnTo>
                  <a:pt x="24899" y="2795883"/>
                </a:lnTo>
                <a:lnTo>
                  <a:pt x="20606" y="2843212"/>
                </a:lnTo>
                <a:lnTo>
                  <a:pt x="16714" y="2890656"/>
                </a:lnTo>
                <a:lnTo>
                  <a:pt x="13224" y="2938212"/>
                </a:lnTo>
                <a:lnTo>
                  <a:pt x="10138" y="2985880"/>
                </a:lnTo>
                <a:lnTo>
                  <a:pt x="7459" y="3033657"/>
                </a:lnTo>
                <a:lnTo>
                  <a:pt x="5187" y="3081542"/>
                </a:lnTo>
                <a:lnTo>
                  <a:pt x="3324" y="3129534"/>
                </a:lnTo>
                <a:lnTo>
                  <a:pt x="1872" y="3177629"/>
                </a:lnTo>
                <a:lnTo>
                  <a:pt x="833" y="3225828"/>
                </a:lnTo>
                <a:lnTo>
                  <a:pt x="208" y="3274127"/>
                </a:lnTo>
                <a:lnTo>
                  <a:pt x="0" y="3322526"/>
                </a:lnTo>
                <a:lnTo>
                  <a:pt x="208" y="3370925"/>
                </a:lnTo>
                <a:lnTo>
                  <a:pt x="833" y="3419224"/>
                </a:lnTo>
                <a:lnTo>
                  <a:pt x="1872" y="3467422"/>
                </a:lnTo>
                <a:lnTo>
                  <a:pt x="3324" y="3515518"/>
                </a:lnTo>
                <a:lnTo>
                  <a:pt x="5187" y="3563509"/>
                </a:lnTo>
                <a:lnTo>
                  <a:pt x="7459" y="3611395"/>
                </a:lnTo>
                <a:lnTo>
                  <a:pt x="10138" y="3659172"/>
                </a:lnTo>
                <a:lnTo>
                  <a:pt x="13224" y="3706840"/>
                </a:lnTo>
                <a:lnTo>
                  <a:pt x="16714" y="3754396"/>
                </a:lnTo>
                <a:lnTo>
                  <a:pt x="20606" y="3801840"/>
                </a:lnTo>
                <a:lnTo>
                  <a:pt x="24899" y="3849169"/>
                </a:lnTo>
                <a:lnTo>
                  <a:pt x="29591" y="3896382"/>
                </a:lnTo>
                <a:lnTo>
                  <a:pt x="34680" y="3943477"/>
                </a:lnTo>
                <a:lnTo>
                  <a:pt x="40165" y="3990452"/>
                </a:lnTo>
                <a:lnTo>
                  <a:pt x="46044" y="4037305"/>
                </a:lnTo>
                <a:lnTo>
                  <a:pt x="52315" y="4084035"/>
                </a:lnTo>
                <a:lnTo>
                  <a:pt x="58977" y="4130641"/>
                </a:lnTo>
                <a:lnTo>
                  <a:pt x="66028" y="4177120"/>
                </a:lnTo>
                <a:lnTo>
                  <a:pt x="73466" y="4223471"/>
                </a:lnTo>
                <a:lnTo>
                  <a:pt x="81289" y="4269691"/>
                </a:lnTo>
                <a:lnTo>
                  <a:pt x="89496" y="4315780"/>
                </a:lnTo>
                <a:lnTo>
                  <a:pt x="98085" y="4361736"/>
                </a:lnTo>
                <a:lnTo>
                  <a:pt x="107054" y="4407557"/>
                </a:lnTo>
                <a:lnTo>
                  <a:pt x="116402" y="4453241"/>
                </a:lnTo>
                <a:lnTo>
                  <a:pt x="126127" y="4498786"/>
                </a:lnTo>
                <a:lnTo>
                  <a:pt x="136227" y="4544191"/>
                </a:lnTo>
                <a:lnTo>
                  <a:pt x="146701" y="4589455"/>
                </a:lnTo>
                <a:lnTo>
                  <a:pt x="157546" y="4634574"/>
                </a:lnTo>
                <a:lnTo>
                  <a:pt x="168762" y="4679549"/>
                </a:lnTo>
                <a:lnTo>
                  <a:pt x="180346" y="4724376"/>
                </a:lnTo>
                <a:lnTo>
                  <a:pt x="192297" y="4769055"/>
                </a:lnTo>
                <a:lnTo>
                  <a:pt x="204612" y="4813584"/>
                </a:lnTo>
                <a:lnTo>
                  <a:pt x="217291" y="4857960"/>
                </a:lnTo>
                <a:lnTo>
                  <a:pt x="230332" y="4902182"/>
                </a:lnTo>
                <a:lnTo>
                  <a:pt x="243732" y="4946249"/>
                </a:lnTo>
                <a:lnTo>
                  <a:pt x="257491" y="4990159"/>
                </a:lnTo>
                <a:lnTo>
                  <a:pt x="271606" y="5033910"/>
                </a:lnTo>
                <a:lnTo>
                  <a:pt x="286076" y="5077500"/>
                </a:lnTo>
                <a:lnTo>
                  <a:pt x="300899" y="5120928"/>
                </a:lnTo>
                <a:lnTo>
                  <a:pt x="316074" y="5164192"/>
                </a:lnTo>
                <a:lnTo>
                  <a:pt x="331598" y="5207290"/>
                </a:lnTo>
                <a:lnTo>
                  <a:pt x="347470" y="5250221"/>
                </a:lnTo>
                <a:lnTo>
                  <a:pt x="363688" y="5292982"/>
                </a:lnTo>
                <a:lnTo>
                  <a:pt x="380251" y="5335573"/>
                </a:lnTo>
                <a:lnTo>
                  <a:pt x="397157" y="5377991"/>
                </a:lnTo>
                <a:lnTo>
                  <a:pt x="414404" y="5420235"/>
                </a:lnTo>
                <a:lnTo>
                  <a:pt x="431990" y="5462303"/>
                </a:lnTo>
                <a:lnTo>
                  <a:pt x="449914" y="5504194"/>
                </a:lnTo>
                <a:lnTo>
                  <a:pt x="468174" y="5545905"/>
                </a:lnTo>
                <a:lnTo>
                  <a:pt x="486769" y="5587435"/>
                </a:lnTo>
                <a:lnTo>
                  <a:pt x="505696" y="5628782"/>
                </a:lnTo>
                <a:lnTo>
                  <a:pt x="524954" y="5669945"/>
                </a:lnTo>
                <a:lnTo>
                  <a:pt x="544541" y="5710921"/>
                </a:lnTo>
                <a:lnTo>
                  <a:pt x="564456" y="5751710"/>
                </a:lnTo>
                <a:lnTo>
                  <a:pt x="584697" y="5792309"/>
                </a:lnTo>
                <a:lnTo>
                  <a:pt x="605262" y="5832717"/>
                </a:lnTo>
                <a:lnTo>
                  <a:pt x="626149" y="5872932"/>
                </a:lnTo>
                <a:lnTo>
                  <a:pt x="647357" y="5912952"/>
                </a:lnTo>
                <a:lnTo>
                  <a:pt x="668884" y="5952776"/>
                </a:lnTo>
                <a:lnTo>
                  <a:pt x="690728" y="5992402"/>
                </a:lnTo>
                <a:lnTo>
                  <a:pt x="712888" y="6031828"/>
                </a:lnTo>
                <a:lnTo>
                  <a:pt x="735362" y="6071052"/>
                </a:lnTo>
                <a:lnTo>
                  <a:pt x="758148" y="6110073"/>
                </a:lnTo>
                <a:lnTo>
                  <a:pt x="781244" y="6148890"/>
                </a:lnTo>
                <a:lnTo>
                  <a:pt x="804649" y="6187499"/>
                </a:lnTo>
                <a:lnTo>
                  <a:pt x="828362" y="6225901"/>
                </a:lnTo>
                <a:lnTo>
                  <a:pt x="852380" y="6264092"/>
                </a:lnTo>
                <a:lnTo>
                  <a:pt x="876701" y="6302072"/>
                </a:lnTo>
                <a:lnTo>
                  <a:pt x="901325" y="6339838"/>
                </a:lnTo>
                <a:lnTo>
                  <a:pt x="926248" y="6377389"/>
                </a:lnTo>
                <a:lnTo>
                  <a:pt x="951471" y="6414724"/>
                </a:lnTo>
                <a:lnTo>
                  <a:pt x="976990" y="6451840"/>
                </a:lnTo>
                <a:lnTo>
                  <a:pt x="1002804" y="6488735"/>
                </a:lnTo>
                <a:lnTo>
                  <a:pt x="1028912" y="6525409"/>
                </a:lnTo>
                <a:lnTo>
                  <a:pt x="1055312" y="6561859"/>
                </a:lnTo>
                <a:lnTo>
                  <a:pt x="1082001" y="6598084"/>
                </a:lnTo>
                <a:lnTo>
                  <a:pt x="1108979" y="6634081"/>
                </a:lnTo>
                <a:lnTo>
                  <a:pt x="1117346" y="6645057"/>
                </a:lnTo>
              </a:path>
            </a:pathLst>
          </a:custGeom>
          <a:ln w="514350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464" rIns="0" bIns="0" rtlCol="0" vert="horz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IMPLEMENTATION</a:t>
            </a:r>
            <a:r>
              <a:rPr dirty="0" spc="-165"/>
              <a:t> </a:t>
            </a:r>
            <a:r>
              <a:rPr dirty="0" spc="-10"/>
              <a:t>SCREENSHOTS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288794" y="1648714"/>
            <a:ext cx="37522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Calibri"/>
                <a:cs typeface="Calibri"/>
              </a:rPr>
              <a:t>HOME</a:t>
            </a:r>
            <a:r>
              <a:rPr dirty="0" sz="2800" spc="505" b="1">
                <a:latin typeface="Calibri"/>
                <a:cs typeface="Calibri"/>
              </a:rPr>
              <a:t> </a:t>
            </a:r>
            <a:r>
              <a:rPr dirty="0" sz="2800" spc="-35" b="1">
                <a:latin typeface="Calibri"/>
                <a:cs typeface="Calibri"/>
              </a:rPr>
              <a:t>PAGE</a:t>
            </a:r>
            <a:r>
              <a:rPr dirty="0" sz="2800" spc="-4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FOR</a:t>
            </a:r>
            <a:r>
              <a:rPr dirty="0" sz="2800" spc="-6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ADMIN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9860" y="2354275"/>
            <a:ext cx="12908153" cy="72640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683" y="6832472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15834" y="3494278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15834" y="216090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217472" y="2283713"/>
            <a:ext cx="10287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15834" y="416191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15834" y="2826639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15834" y="549719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15834" y="482955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015834" y="616483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015834" y="793940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14806" y="2949321"/>
            <a:ext cx="704850" cy="53987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175">
              <a:lnSpc>
                <a:spcPct val="100000"/>
              </a:lnSpc>
              <a:spcBef>
                <a:spcPts val="100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algn="ctr" marL="3175">
              <a:lnSpc>
                <a:spcPct val="100000"/>
              </a:lnSpc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 marL="3810">
              <a:lnSpc>
                <a:spcPct val="100000"/>
              </a:lnSpc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 marL="3175">
              <a:lnSpc>
                <a:spcPct val="100000"/>
              </a:lnSpc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 marL="4445">
              <a:lnSpc>
                <a:spcPct val="100000"/>
              </a:lnSpc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 marL="2540">
              <a:lnSpc>
                <a:spcPct val="100000"/>
              </a:lnSpc>
              <a:spcBef>
                <a:spcPts val="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2400" spc="-20" b="1">
                <a:solidFill>
                  <a:srgbClr val="001F5F"/>
                </a:solidFill>
                <a:latin typeface="Tahoma"/>
                <a:cs typeface="Tahoma"/>
              </a:rPr>
              <a:t>8(B)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30"/>
              </a:spcBef>
            </a:pPr>
            <a:endParaRPr sz="2400">
              <a:latin typeface="Tahoma"/>
              <a:cs typeface="Tahoma"/>
            </a:endParaRPr>
          </a:p>
          <a:p>
            <a:pPr algn="ctr" marL="4445">
              <a:lnSpc>
                <a:spcPct val="100000"/>
              </a:lnSpc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371737" y="1225819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7208754" y="2225382"/>
            <a:ext cx="1079500" cy="6543675"/>
          </a:xfrm>
          <a:custGeom>
            <a:avLst/>
            <a:gdLst/>
            <a:ahLst/>
            <a:cxnLst/>
            <a:rect l="l" t="t" r="r" b="b"/>
            <a:pathLst>
              <a:path w="1079500" h="6543675">
                <a:moveTo>
                  <a:pt x="1079246" y="0"/>
                </a:moveTo>
                <a:lnTo>
                  <a:pt x="1055312" y="32484"/>
                </a:lnTo>
                <a:lnTo>
                  <a:pt x="1028912" y="68934"/>
                </a:lnTo>
                <a:lnTo>
                  <a:pt x="1002804" y="105607"/>
                </a:lnTo>
                <a:lnTo>
                  <a:pt x="976990" y="142503"/>
                </a:lnTo>
                <a:lnTo>
                  <a:pt x="951471" y="179619"/>
                </a:lnTo>
                <a:lnTo>
                  <a:pt x="926248" y="216953"/>
                </a:lnTo>
                <a:lnTo>
                  <a:pt x="901325" y="254504"/>
                </a:lnTo>
                <a:lnTo>
                  <a:pt x="876701" y="292270"/>
                </a:lnTo>
                <a:lnTo>
                  <a:pt x="852380" y="330250"/>
                </a:lnTo>
                <a:lnTo>
                  <a:pt x="828362" y="368441"/>
                </a:lnTo>
                <a:lnTo>
                  <a:pt x="804649" y="406843"/>
                </a:lnTo>
                <a:lnTo>
                  <a:pt x="781244" y="445452"/>
                </a:lnTo>
                <a:lnTo>
                  <a:pt x="758148" y="484268"/>
                </a:lnTo>
                <a:lnTo>
                  <a:pt x="735362" y="523290"/>
                </a:lnTo>
                <a:lnTo>
                  <a:pt x="712888" y="562514"/>
                </a:lnTo>
                <a:lnTo>
                  <a:pt x="690728" y="601940"/>
                </a:lnTo>
                <a:lnTo>
                  <a:pt x="668884" y="641565"/>
                </a:lnTo>
                <a:lnTo>
                  <a:pt x="647357" y="681389"/>
                </a:lnTo>
                <a:lnTo>
                  <a:pt x="626149" y="721409"/>
                </a:lnTo>
                <a:lnTo>
                  <a:pt x="605262" y="761624"/>
                </a:lnTo>
                <a:lnTo>
                  <a:pt x="584697" y="802032"/>
                </a:lnTo>
                <a:lnTo>
                  <a:pt x="564456" y="842631"/>
                </a:lnTo>
                <a:lnTo>
                  <a:pt x="544541" y="883420"/>
                </a:lnTo>
                <a:lnTo>
                  <a:pt x="524954" y="924396"/>
                </a:lnTo>
                <a:lnTo>
                  <a:pt x="505696" y="965559"/>
                </a:lnTo>
                <a:lnTo>
                  <a:pt x="486769" y="1006906"/>
                </a:lnTo>
                <a:lnTo>
                  <a:pt x="468174" y="1048436"/>
                </a:lnTo>
                <a:lnTo>
                  <a:pt x="449914" y="1090147"/>
                </a:lnTo>
                <a:lnTo>
                  <a:pt x="431990" y="1132037"/>
                </a:lnTo>
                <a:lnTo>
                  <a:pt x="414404" y="1174105"/>
                </a:lnTo>
                <a:lnTo>
                  <a:pt x="397157" y="1216349"/>
                </a:lnTo>
                <a:lnTo>
                  <a:pt x="380251" y="1258767"/>
                </a:lnTo>
                <a:lnTo>
                  <a:pt x="363688" y="1301358"/>
                </a:lnTo>
                <a:lnTo>
                  <a:pt x="347470" y="1344119"/>
                </a:lnTo>
                <a:lnTo>
                  <a:pt x="331598" y="1387050"/>
                </a:lnTo>
                <a:lnTo>
                  <a:pt x="316074" y="1430148"/>
                </a:lnTo>
                <a:lnTo>
                  <a:pt x="300899" y="1473412"/>
                </a:lnTo>
                <a:lnTo>
                  <a:pt x="286076" y="1516840"/>
                </a:lnTo>
                <a:lnTo>
                  <a:pt x="271606" y="1560430"/>
                </a:lnTo>
                <a:lnTo>
                  <a:pt x="257491" y="1604181"/>
                </a:lnTo>
                <a:lnTo>
                  <a:pt x="243732" y="1648090"/>
                </a:lnTo>
                <a:lnTo>
                  <a:pt x="230332" y="1692157"/>
                </a:lnTo>
                <a:lnTo>
                  <a:pt x="217291" y="1736380"/>
                </a:lnTo>
                <a:lnTo>
                  <a:pt x="204612" y="1780756"/>
                </a:lnTo>
                <a:lnTo>
                  <a:pt x="192297" y="1825284"/>
                </a:lnTo>
                <a:lnTo>
                  <a:pt x="180346" y="1869963"/>
                </a:lnTo>
                <a:lnTo>
                  <a:pt x="168762" y="1914790"/>
                </a:lnTo>
                <a:lnTo>
                  <a:pt x="157546" y="1959765"/>
                </a:lnTo>
                <a:lnTo>
                  <a:pt x="146701" y="2004884"/>
                </a:lnTo>
                <a:lnTo>
                  <a:pt x="136227" y="2050148"/>
                </a:lnTo>
                <a:lnTo>
                  <a:pt x="126127" y="2095553"/>
                </a:lnTo>
                <a:lnTo>
                  <a:pt x="116402" y="2141098"/>
                </a:lnTo>
                <a:lnTo>
                  <a:pt x="107054" y="2186782"/>
                </a:lnTo>
                <a:lnTo>
                  <a:pt x="98085" y="2232603"/>
                </a:lnTo>
                <a:lnTo>
                  <a:pt x="89496" y="2278558"/>
                </a:lnTo>
                <a:lnTo>
                  <a:pt x="81289" y="2324647"/>
                </a:lnTo>
                <a:lnTo>
                  <a:pt x="73466" y="2370868"/>
                </a:lnTo>
                <a:lnTo>
                  <a:pt x="66028" y="2417219"/>
                </a:lnTo>
                <a:lnTo>
                  <a:pt x="58977" y="2463698"/>
                </a:lnTo>
                <a:lnTo>
                  <a:pt x="52315" y="2510303"/>
                </a:lnTo>
                <a:lnTo>
                  <a:pt x="46044" y="2557033"/>
                </a:lnTo>
                <a:lnTo>
                  <a:pt x="40165" y="2603887"/>
                </a:lnTo>
                <a:lnTo>
                  <a:pt x="34680" y="2650862"/>
                </a:lnTo>
                <a:lnTo>
                  <a:pt x="29591" y="2697957"/>
                </a:lnTo>
                <a:lnTo>
                  <a:pt x="24899" y="2745169"/>
                </a:lnTo>
                <a:lnTo>
                  <a:pt x="20606" y="2792498"/>
                </a:lnTo>
                <a:lnTo>
                  <a:pt x="16714" y="2839942"/>
                </a:lnTo>
                <a:lnTo>
                  <a:pt x="13224" y="2887499"/>
                </a:lnTo>
                <a:lnTo>
                  <a:pt x="10138" y="2935166"/>
                </a:lnTo>
                <a:lnTo>
                  <a:pt x="7459" y="2982944"/>
                </a:lnTo>
                <a:lnTo>
                  <a:pt x="5187" y="3030829"/>
                </a:lnTo>
                <a:lnTo>
                  <a:pt x="3324" y="3078820"/>
                </a:lnTo>
                <a:lnTo>
                  <a:pt x="1872" y="3126916"/>
                </a:lnTo>
                <a:lnTo>
                  <a:pt x="833" y="3175114"/>
                </a:lnTo>
                <a:lnTo>
                  <a:pt x="208" y="3223414"/>
                </a:lnTo>
                <a:lnTo>
                  <a:pt x="0" y="3271812"/>
                </a:lnTo>
                <a:lnTo>
                  <a:pt x="208" y="3320211"/>
                </a:lnTo>
                <a:lnTo>
                  <a:pt x="833" y="3368511"/>
                </a:lnTo>
                <a:lnTo>
                  <a:pt x="1872" y="3416709"/>
                </a:lnTo>
                <a:lnTo>
                  <a:pt x="3324" y="3464805"/>
                </a:lnTo>
                <a:lnTo>
                  <a:pt x="5187" y="3512796"/>
                </a:lnTo>
                <a:lnTo>
                  <a:pt x="7459" y="3560681"/>
                </a:lnTo>
                <a:lnTo>
                  <a:pt x="10138" y="3608459"/>
                </a:lnTo>
                <a:lnTo>
                  <a:pt x="13224" y="3656126"/>
                </a:lnTo>
                <a:lnTo>
                  <a:pt x="16714" y="3703683"/>
                </a:lnTo>
                <a:lnTo>
                  <a:pt x="20606" y="3751127"/>
                </a:lnTo>
                <a:lnTo>
                  <a:pt x="24899" y="3798456"/>
                </a:lnTo>
                <a:lnTo>
                  <a:pt x="29591" y="3845669"/>
                </a:lnTo>
                <a:lnTo>
                  <a:pt x="34680" y="3892763"/>
                </a:lnTo>
                <a:lnTo>
                  <a:pt x="40165" y="3939738"/>
                </a:lnTo>
                <a:lnTo>
                  <a:pt x="46044" y="3986592"/>
                </a:lnTo>
                <a:lnTo>
                  <a:pt x="52315" y="4033322"/>
                </a:lnTo>
                <a:lnTo>
                  <a:pt x="58977" y="4079928"/>
                </a:lnTo>
                <a:lnTo>
                  <a:pt x="66028" y="4126407"/>
                </a:lnTo>
                <a:lnTo>
                  <a:pt x="73466" y="4172758"/>
                </a:lnTo>
                <a:lnTo>
                  <a:pt x="81289" y="4218979"/>
                </a:lnTo>
                <a:lnTo>
                  <a:pt x="89496" y="4265068"/>
                </a:lnTo>
                <a:lnTo>
                  <a:pt x="98085" y="4311024"/>
                </a:lnTo>
                <a:lnTo>
                  <a:pt x="107054" y="4356844"/>
                </a:lnTo>
                <a:lnTo>
                  <a:pt x="116402" y="4402528"/>
                </a:lnTo>
                <a:lnTo>
                  <a:pt x="126127" y="4448074"/>
                </a:lnTo>
                <a:lnTo>
                  <a:pt x="136227" y="4493479"/>
                </a:lnTo>
                <a:lnTo>
                  <a:pt x="146701" y="4538743"/>
                </a:lnTo>
                <a:lnTo>
                  <a:pt x="157546" y="4583862"/>
                </a:lnTo>
                <a:lnTo>
                  <a:pt x="168762" y="4628837"/>
                </a:lnTo>
                <a:lnTo>
                  <a:pt x="180346" y="4673665"/>
                </a:lnTo>
                <a:lnTo>
                  <a:pt x="192297" y="4718343"/>
                </a:lnTo>
                <a:lnTo>
                  <a:pt x="204612" y="4762872"/>
                </a:lnTo>
                <a:lnTo>
                  <a:pt x="217291" y="4807248"/>
                </a:lnTo>
                <a:lnTo>
                  <a:pt x="230332" y="4851471"/>
                </a:lnTo>
                <a:lnTo>
                  <a:pt x="243732" y="4895538"/>
                </a:lnTo>
                <a:lnTo>
                  <a:pt x="257491" y="4939448"/>
                </a:lnTo>
                <a:lnTo>
                  <a:pt x="271606" y="4983199"/>
                </a:lnTo>
                <a:lnTo>
                  <a:pt x="286076" y="5026789"/>
                </a:lnTo>
                <a:lnTo>
                  <a:pt x="300899" y="5070217"/>
                </a:lnTo>
                <a:lnTo>
                  <a:pt x="316074" y="5113481"/>
                </a:lnTo>
                <a:lnTo>
                  <a:pt x="331598" y="5156580"/>
                </a:lnTo>
                <a:lnTo>
                  <a:pt x="347470" y="5199510"/>
                </a:lnTo>
                <a:lnTo>
                  <a:pt x="363688" y="5242272"/>
                </a:lnTo>
                <a:lnTo>
                  <a:pt x="380251" y="5284863"/>
                </a:lnTo>
                <a:lnTo>
                  <a:pt x="397157" y="5327281"/>
                </a:lnTo>
                <a:lnTo>
                  <a:pt x="414404" y="5369526"/>
                </a:lnTo>
                <a:lnTo>
                  <a:pt x="431990" y="5411594"/>
                </a:lnTo>
                <a:lnTo>
                  <a:pt x="449914" y="5453484"/>
                </a:lnTo>
                <a:lnTo>
                  <a:pt x="468174" y="5495195"/>
                </a:lnTo>
                <a:lnTo>
                  <a:pt x="486769" y="5536726"/>
                </a:lnTo>
                <a:lnTo>
                  <a:pt x="505696" y="5578073"/>
                </a:lnTo>
                <a:lnTo>
                  <a:pt x="524954" y="5619236"/>
                </a:lnTo>
                <a:lnTo>
                  <a:pt x="544541" y="5660213"/>
                </a:lnTo>
                <a:lnTo>
                  <a:pt x="564456" y="5701001"/>
                </a:lnTo>
                <a:lnTo>
                  <a:pt x="584697" y="5741601"/>
                </a:lnTo>
                <a:lnTo>
                  <a:pt x="605262" y="5782009"/>
                </a:lnTo>
                <a:lnTo>
                  <a:pt x="626149" y="5822224"/>
                </a:lnTo>
                <a:lnTo>
                  <a:pt x="647357" y="5862244"/>
                </a:lnTo>
                <a:lnTo>
                  <a:pt x="668884" y="5902068"/>
                </a:lnTo>
                <a:lnTo>
                  <a:pt x="690728" y="5941694"/>
                </a:lnTo>
                <a:lnTo>
                  <a:pt x="712888" y="5981120"/>
                </a:lnTo>
                <a:lnTo>
                  <a:pt x="735362" y="6020345"/>
                </a:lnTo>
                <a:lnTo>
                  <a:pt x="758148" y="6059366"/>
                </a:lnTo>
                <a:lnTo>
                  <a:pt x="781244" y="6098183"/>
                </a:lnTo>
                <a:lnTo>
                  <a:pt x="804649" y="6136793"/>
                </a:lnTo>
                <a:lnTo>
                  <a:pt x="828362" y="6175194"/>
                </a:lnTo>
                <a:lnTo>
                  <a:pt x="852380" y="6213386"/>
                </a:lnTo>
                <a:lnTo>
                  <a:pt x="876701" y="6251366"/>
                </a:lnTo>
                <a:lnTo>
                  <a:pt x="901325" y="6289132"/>
                </a:lnTo>
                <a:lnTo>
                  <a:pt x="926248" y="6326684"/>
                </a:lnTo>
                <a:lnTo>
                  <a:pt x="951471" y="6364018"/>
                </a:lnTo>
                <a:lnTo>
                  <a:pt x="976990" y="6401134"/>
                </a:lnTo>
                <a:lnTo>
                  <a:pt x="1002804" y="6438030"/>
                </a:lnTo>
                <a:lnTo>
                  <a:pt x="1028912" y="6474704"/>
                </a:lnTo>
                <a:lnTo>
                  <a:pt x="1055312" y="6511154"/>
                </a:lnTo>
                <a:lnTo>
                  <a:pt x="1079246" y="6543639"/>
                </a:lnTo>
              </a:path>
            </a:pathLst>
          </a:custGeom>
          <a:ln w="514350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3026" rIns="0" bIns="0" rtlCol="0" vert="horz">
            <a:spAutoFit/>
          </a:bodyPr>
          <a:lstStyle/>
          <a:p>
            <a:pPr marL="39497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IMPLEMENTATION</a:t>
            </a:r>
            <a:r>
              <a:rPr dirty="0" spc="-165"/>
              <a:t> </a:t>
            </a:r>
            <a:r>
              <a:rPr dirty="0" spc="-10"/>
              <a:t>SCREENSHOTS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117217" y="2038857"/>
            <a:ext cx="22104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 b="1">
                <a:latin typeface="Calibri"/>
                <a:cs typeface="Calibri"/>
              </a:rPr>
              <a:t>Dashboard: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5416" y="2096884"/>
            <a:ext cx="7297165" cy="76686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732155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79"/>
                </a:lnTo>
                <a:lnTo>
                  <a:pt x="8947" y="590484"/>
                </a:lnTo>
                <a:lnTo>
                  <a:pt x="19820" y="635494"/>
                </a:lnTo>
                <a:lnTo>
                  <a:pt x="34682" y="678803"/>
                </a:lnTo>
                <a:lnTo>
                  <a:pt x="53325" y="720202"/>
                </a:lnTo>
                <a:lnTo>
                  <a:pt x="75540" y="759483"/>
                </a:lnTo>
                <a:lnTo>
                  <a:pt x="101120" y="796439"/>
                </a:lnTo>
                <a:lnTo>
                  <a:pt x="129857" y="830861"/>
                </a:lnTo>
                <a:lnTo>
                  <a:pt x="161543" y="862543"/>
                </a:lnTo>
                <a:lnTo>
                  <a:pt x="195970" y="891276"/>
                </a:lnTo>
                <a:lnTo>
                  <a:pt x="232930" y="916852"/>
                </a:lnTo>
                <a:lnTo>
                  <a:pt x="272216" y="939063"/>
                </a:lnTo>
                <a:lnTo>
                  <a:pt x="313618" y="957702"/>
                </a:lnTo>
                <a:lnTo>
                  <a:pt x="356929" y="972561"/>
                </a:lnTo>
                <a:lnTo>
                  <a:pt x="401942" y="983432"/>
                </a:lnTo>
                <a:lnTo>
                  <a:pt x="448448" y="990106"/>
                </a:lnTo>
                <a:lnTo>
                  <a:pt x="496239" y="992377"/>
                </a:lnTo>
                <a:lnTo>
                  <a:pt x="544023" y="990106"/>
                </a:lnTo>
                <a:lnTo>
                  <a:pt x="590524" y="983432"/>
                </a:lnTo>
                <a:lnTo>
                  <a:pt x="635533" y="972561"/>
                </a:lnTo>
                <a:lnTo>
                  <a:pt x="678843" y="957702"/>
                </a:lnTo>
                <a:lnTo>
                  <a:pt x="720246" y="939063"/>
                </a:lnTo>
                <a:lnTo>
                  <a:pt x="759533" y="916852"/>
                </a:lnTo>
                <a:lnTo>
                  <a:pt x="796496" y="891276"/>
                </a:lnTo>
                <a:lnTo>
                  <a:pt x="830927" y="862543"/>
                </a:lnTo>
                <a:lnTo>
                  <a:pt x="862617" y="830861"/>
                </a:lnTo>
                <a:lnTo>
                  <a:pt x="891359" y="796439"/>
                </a:lnTo>
                <a:lnTo>
                  <a:pt x="916944" y="759483"/>
                </a:lnTo>
                <a:lnTo>
                  <a:pt x="939165" y="720202"/>
                </a:lnTo>
                <a:lnTo>
                  <a:pt x="957812" y="678803"/>
                </a:lnTo>
                <a:lnTo>
                  <a:pt x="972678" y="635494"/>
                </a:lnTo>
                <a:lnTo>
                  <a:pt x="983554" y="590484"/>
                </a:lnTo>
                <a:lnTo>
                  <a:pt x="990232" y="543979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51940" y="3438524"/>
            <a:ext cx="15811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9372" y="2105024"/>
            <a:ext cx="10287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45844" y="4106417"/>
            <a:ext cx="1708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153464" y="2770759"/>
            <a:ext cx="15557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48892" y="5441695"/>
            <a:ext cx="16573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51940" y="4773929"/>
            <a:ext cx="1581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77734" y="59862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153464" y="6109461"/>
            <a:ext cx="15494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77734" y="665391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150416" y="6776669"/>
            <a:ext cx="16192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9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6333637" y="1047257"/>
            <a:ext cx="2264410" cy="8181975"/>
            <a:chOff x="16333637" y="1047257"/>
            <a:chExt cx="2264410" cy="8181975"/>
          </a:xfrm>
        </p:grpSpPr>
        <p:sp>
          <p:nvSpPr>
            <p:cNvPr id="20" name="object 20"/>
            <p:cNvSpPr/>
            <p:nvPr/>
          </p:nvSpPr>
          <p:spPr>
            <a:xfrm>
              <a:off x="16333637" y="1047257"/>
              <a:ext cx="914400" cy="209550"/>
            </a:xfrm>
            <a:custGeom>
              <a:avLst/>
              <a:gdLst/>
              <a:ahLst/>
              <a:cxnLst/>
              <a:rect l="l" t="t" r="r" b="b"/>
              <a:pathLst>
                <a:path w="914400" h="209550">
                  <a:moveTo>
                    <a:pt x="114265" y="0"/>
                  </a:moveTo>
                  <a:lnTo>
                    <a:pt x="69777" y="8216"/>
                  </a:lnTo>
                  <a:lnTo>
                    <a:pt x="33457" y="30628"/>
                  </a:lnTo>
                  <a:lnTo>
                    <a:pt x="8975" y="63875"/>
                  </a:lnTo>
                  <a:lnTo>
                    <a:pt x="0" y="104599"/>
                  </a:lnTo>
                  <a:lnTo>
                    <a:pt x="8976" y="145324"/>
                  </a:lnTo>
                  <a:lnTo>
                    <a:pt x="33458" y="178571"/>
                  </a:lnTo>
                  <a:lnTo>
                    <a:pt x="69778" y="200982"/>
                  </a:lnTo>
                  <a:lnTo>
                    <a:pt x="114266" y="209199"/>
                  </a:lnTo>
                  <a:lnTo>
                    <a:pt x="158753" y="200982"/>
                  </a:lnTo>
                  <a:lnTo>
                    <a:pt x="195073" y="178571"/>
                  </a:lnTo>
                  <a:lnTo>
                    <a:pt x="219555" y="145324"/>
                  </a:lnTo>
                  <a:lnTo>
                    <a:pt x="228531" y="104599"/>
                  </a:lnTo>
                  <a:lnTo>
                    <a:pt x="219554" y="63875"/>
                  </a:lnTo>
                  <a:lnTo>
                    <a:pt x="195072" y="30628"/>
                  </a:lnTo>
                  <a:lnTo>
                    <a:pt x="158752" y="8216"/>
                  </a:lnTo>
                  <a:lnTo>
                    <a:pt x="114265" y="0"/>
                  </a:lnTo>
                  <a:close/>
                </a:path>
                <a:path w="914400" h="209550">
                  <a:moveTo>
                    <a:pt x="799858" y="0"/>
                  </a:moveTo>
                  <a:lnTo>
                    <a:pt x="755371" y="8217"/>
                  </a:lnTo>
                  <a:lnTo>
                    <a:pt x="719051" y="30628"/>
                  </a:lnTo>
                  <a:lnTo>
                    <a:pt x="694569" y="63875"/>
                  </a:lnTo>
                  <a:lnTo>
                    <a:pt x="685593" y="104600"/>
                  </a:lnTo>
                  <a:lnTo>
                    <a:pt x="694570" y="145324"/>
                  </a:lnTo>
                  <a:lnTo>
                    <a:pt x="719052" y="178572"/>
                  </a:lnTo>
                  <a:lnTo>
                    <a:pt x="755372" y="200983"/>
                  </a:lnTo>
                  <a:lnTo>
                    <a:pt x="799860" y="209200"/>
                  </a:lnTo>
                  <a:lnTo>
                    <a:pt x="844347" y="200983"/>
                  </a:lnTo>
                  <a:lnTo>
                    <a:pt x="880667" y="178572"/>
                  </a:lnTo>
                  <a:lnTo>
                    <a:pt x="905149" y="145324"/>
                  </a:lnTo>
                  <a:lnTo>
                    <a:pt x="914125" y="104600"/>
                  </a:lnTo>
                  <a:lnTo>
                    <a:pt x="905148" y="63875"/>
                  </a:lnTo>
                  <a:lnTo>
                    <a:pt x="880666" y="30628"/>
                  </a:lnTo>
                  <a:lnTo>
                    <a:pt x="844346" y="8217"/>
                  </a:lnTo>
                  <a:lnTo>
                    <a:pt x="799858" y="0"/>
                  </a:lnTo>
                  <a:close/>
                </a:path>
                <a:path w="914400" h="209550">
                  <a:moveTo>
                    <a:pt x="457061" y="0"/>
                  </a:moveTo>
                  <a:lnTo>
                    <a:pt x="412574" y="8217"/>
                  </a:lnTo>
                  <a:lnTo>
                    <a:pt x="376254" y="30628"/>
                  </a:lnTo>
                  <a:lnTo>
                    <a:pt x="351772" y="63875"/>
                  </a:lnTo>
                  <a:lnTo>
                    <a:pt x="342796" y="104600"/>
                  </a:lnTo>
                  <a:lnTo>
                    <a:pt x="351773" y="145324"/>
                  </a:lnTo>
                  <a:lnTo>
                    <a:pt x="376255" y="178571"/>
                  </a:lnTo>
                  <a:lnTo>
                    <a:pt x="412575" y="200983"/>
                  </a:lnTo>
                  <a:lnTo>
                    <a:pt x="457063" y="209200"/>
                  </a:lnTo>
                  <a:lnTo>
                    <a:pt x="501550" y="200983"/>
                  </a:lnTo>
                  <a:lnTo>
                    <a:pt x="537870" y="178571"/>
                  </a:lnTo>
                  <a:lnTo>
                    <a:pt x="562352" y="145324"/>
                  </a:lnTo>
                  <a:lnTo>
                    <a:pt x="571328" y="104600"/>
                  </a:lnTo>
                  <a:lnTo>
                    <a:pt x="562351" y="63875"/>
                  </a:lnTo>
                  <a:lnTo>
                    <a:pt x="537869" y="30628"/>
                  </a:lnTo>
                  <a:lnTo>
                    <a:pt x="501549" y="8217"/>
                  </a:lnTo>
                  <a:lnTo>
                    <a:pt x="457061" y="0"/>
                  </a:lnTo>
                  <a:close/>
                </a:path>
              </a:pathLst>
            </a:custGeom>
            <a:solidFill>
              <a:srgbClr val="FC61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6786351" y="1367964"/>
              <a:ext cx="1501775" cy="7551420"/>
            </a:xfrm>
            <a:custGeom>
              <a:avLst/>
              <a:gdLst/>
              <a:ahLst/>
              <a:cxnLst/>
              <a:rect l="l" t="t" r="r" b="b"/>
              <a:pathLst>
                <a:path w="1501775" h="7551420">
                  <a:moveTo>
                    <a:pt x="1501648" y="0"/>
                  </a:moveTo>
                  <a:lnTo>
                    <a:pt x="1454587" y="50344"/>
                  </a:lnTo>
                  <a:lnTo>
                    <a:pt x="1424282" y="83484"/>
                  </a:lnTo>
                  <a:lnTo>
                    <a:pt x="1394244" y="116871"/>
                  </a:lnTo>
                  <a:lnTo>
                    <a:pt x="1364476" y="150505"/>
                  </a:lnTo>
                  <a:lnTo>
                    <a:pt x="1334980" y="184382"/>
                  </a:lnTo>
                  <a:lnTo>
                    <a:pt x="1305756" y="218502"/>
                  </a:lnTo>
                  <a:lnTo>
                    <a:pt x="1276807" y="252863"/>
                  </a:lnTo>
                  <a:lnTo>
                    <a:pt x="1248135" y="287462"/>
                  </a:lnTo>
                  <a:lnTo>
                    <a:pt x="1219741" y="322299"/>
                  </a:lnTo>
                  <a:lnTo>
                    <a:pt x="1191626" y="357371"/>
                  </a:lnTo>
                  <a:lnTo>
                    <a:pt x="1163793" y="392678"/>
                  </a:lnTo>
                  <a:lnTo>
                    <a:pt x="1136244" y="428216"/>
                  </a:lnTo>
                  <a:lnTo>
                    <a:pt x="1108979" y="463985"/>
                  </a:lnTo>
                  <a:lnTo>
                    <a:pt x="1082001" y="499982"/>
                  </a:lnTo>
                  <a:lnTo>
                    <a:pt x="1055312" y="536207"/>
                  </a:lnTo>
                  <a:lnTo>
                    <a:pt x="1028912" y="572657"/>
                  </a:lnTo>
                  <a:lnTo>
                    <a:pt x="1002804" y="609330"/>
                  </a:lnTo>
                  <a:lnTo>
                    <a:pt x="976990" y="646226"/>
                  </a:lnTo>
                  <a:lnTo>
                    <a:pt x="951471" y="683342"/>
                  </a:lnTo>
                  <a:lnTo>
                    <a:pt x="926248" y="720676"/>
                  </a:lnTo>
                  <a:lnTo>
                    <a:pt x="901325" y="758227"/>
                  </a:lnTo>
                  <a:lnTo>
                    <a:pt x="876701" y="795993"/>
                  </a:lnTo>
                  <a:lnTo>
                    <a:pt x="852380" y="833973"/>
                  </a:lnTo>
                  <a:lnTo>
                    <a:pt x="828362" y="872164"/>
                  </a:lnTo>
                  <a:lnTo>
                    <a:pt x="804649" y="910565"/>
                  </a:lnTo>
                  <a:lnTo>
                    <a:pt x="781244" y="949175"/>
                  </a:lnTo>
                  <a:lnTo>
                    <a:pt x="758148" y="987991"/>
                  </a:lnTo>
                  <a:lnTo>
                    <a:pt x="735362" y="1027013"/>
                  </a:lnTo>
                  <a:lnTo>
                    <a:pt x="712888" y="1066237"/>
                  </a:lnTo>
                  <a:lnTo>
                    <a:pt x="690728" y="1105663"/>
                  </a:lnTo>
                  <a:lnTo>
                    <a:pt x="668884" y="1145288"/>
                  </a:lnTo>
                  <a:lnTo>
                    <a:pt x="647357" y="1185112"/>
                  </a:lnTo>
                  <a:lnTo>
                    <a:pt x="626149" y="1225132"/>
                  </a:lnTo>
                  <a:lnTo>
                    <a:pt x="605262" y="1265347"/>
                  </a:lnTo>
                  <a:lnTo>
                    <a:pt x="584697" y="1305755"/>
                  </a:lnTo>
                  <a:lnTo>
                    <a:pt x="564456" y="1346354"/>
                  </a:lnTo>
                  <a:lnTo>
                    <a:pt x="544541" y="1387143"/>
                  </a:lnTo>
                  <a:lnTo>
                    <a:pt x="524954" y="1428119"/>
                  </a:lnTo>
                  <a:lnTo>
                    <a:pt x="505696" y="1469282"/>
                  </a:lnTo>
                  <a:lnTo>
                    <a:pt x="486769" y="1510629"/>
                  </a:lnTo>
                  <a:lnTo>
                    <a:pt x="468174" y="1552159"/>
                  </a:lnTo>
                  <a:lnTo>
                    <a:pt x="449914" y="1593870"/>
                  </a:lnTo>
                  <a:lnTo>
                    <a:pt x="431990" y="1635760"/>
                  </a:lnTo>
                  <a:lnTo>
                    <a:pt x="414404" y="1677828"/>
                  </a:lnTo>
                  <a:lnTo>
                    <a:pt x="397157" y="1720072"/>
                  </a:lnTo>
                  <a:lnTo>
                    <a:pt x="380251" y="1762490"/>
                  </a:lnTo>
                  <a:lnTo>
                    <a:pt x="363688" y="1805081"/>
                  </a:lnTo>
                  <a:lnTo>
                    <a:pt x="347470" y="1847842"/>
                  </a:lnTo>
                  <a:lnTo>
                    <a:pt x="331598" y="1890773"/>
                  </a:lnTo>
                  <a:lnTo>
                    <a:pt x="316074" y="1933871"/>
                  </a:lnTo>
                  <a:lnTo>
                    <a:pt x="300899" y="1977135"/>
                  </a:lnTo>
                  <a:lnTo>
                    <a:pt x="286076" y="2020563"/>
                  </a:lnTo>
                  <a:lnTo>
                    <a:pt x="271606" y="2064153"/>
                  </a:lnTo>
                  <a:lnTo>
                    <a:pt x="257491" y="2107904"/>
                  </a:lnTo>
                  <a:lnTo>
                    <a:pt x="243732" y="2151813"/>
                  </a:lnTo>
                  <a:lnTo>
                    <a:pt x="230332" y="2195880"/>
                  </a:lnTo>
                  <a:lnTo>
                    <a:pt x="217291" y="2240103"/>
                  </a:lnTo>
                  <a:lnTo>
                    <a:pt x="204612" y="2284479"/>
                  </a:lnTo>
                  <a:lnTo>
                    <a:pt x="192297" y="2329007"/>
                  </a:lnTo>
                  <a:lnTo>
                    <a:pt x="180346" y="2373686"/>
                  </a:lnTo>
                  <a:lnTo>
                    <a:pt x="168762" y="2418513"/>
                  </a:lnTo>
                  <a:lnTo>
                    <a:pt x="157546" y="2463488"/>
                  </a:lnTo>
                  <a:lnTo>
                    <a:pt x="146701" y="2508607"/>
                  </a:lnTo>
                  <a:lnTo>
                    <a:pt x="136227" y="2553871"/>
                  </a:lnTo>
                  <a:lnTo>
                    <a:pt x="126127" y="2599276"/>
                  </a:lnTo>
                  <a:lnTo>
                    <a:pt x="116402" y="2644821"/>
                  </a:lnTo>
                  <a:lnTo>
                    <a:pt x="107054" y="2690505"/>
                  </a:lnTo>
                  <a:lnTo>
                    <a:pt x="98085" y="2736326"/>
                  </a:lnTo>
                  <a:lnTo>
                    <a:pt x="89496" y="2782281"/>
                  </a:lnTo>
                  <a:lnTo>
                    <a:pt x="81289" y="2828370"/>
                  </a:lnTo>
                  <a:lnTo>
                    <a:pt x="73466" y="2874591"/>
                  </a:lnTo>
                  <a:lnTo>
                    <a:pt x="66028" y="2920942"/>
                  </a:lnTo>
                  <a:lnTo>
                    <a:pt x="58977" y="2967421"/>
                  </a:lnTo>
                  <a:lnTo>
                    <a:pt x="52315" y="3014026"/>
                  </a:lnTo>
                  <a:lnTo>
                    <a:pt x="46044" y="3060756"/>
                  </a:lnTo>
                  <a:lnTo>
                    <a:pt x="40165" y="3107610"/>
                  </a:lnTo>
                  <a:lnTo>
                    <a:pt x="34680" y="3154585"/>
                  </a:lnTo>
                  <a:lnTo>
                    <a:pt x="29591" y="3201680"/>
                  </a:lnTo>
                  <a:lnTo>
                    <a:pt x="24899" y="3248892"/>
                  </a:lnTo>
                  <a:lnTo>
                    <a:pt x="20606" y="3296221"/>
                  </a:lnTo>
                  <a:lnTo>
                    <a:pt x="16714" y="3343665"/>
                  </a:lnTo>
                  <a:lnTo>
                    <a:pt x="13224" y="3391222"/>
                  </a:lnTo>
                  <a:lnTo>
                    <a:pt x="10138" y="3438889"/>
                  </a:lnTo>
                  <a:lnTo>
                    <a:pt x="7459" y="3486667"/>
                  </a:lnTo>
                  <a:lnTo>
                    <a:pt x="5187" y="3534552"/>
                  </a:lnTo>
                  <a:lnTo>
                    <a:pt x="3324" y="3582543"/>
                  </a:lnTo>
                  <a:lnTo>
                    <a:pt x="1872" y="3630639"/>
                  </a:lnTo>
                  <a:lnTo>
                    <a:pt x="833" y="3678837"/>
                  </a:lnTo>
                  <a:lnTo>
                    <a:pt x="208" y="3727137"/>
                  </a:lnTo>
                  <a:lnTo>
                    <a:pt x="0" y="3775535"/>
                  </a:lnTo>
                  <a:lnTo>
                    <a:pt x="208" y="3823934"/>
                  </a:lnTo>
                  <a:lnTo>
                    <a:pt x="833" y="3872233"/>
                  </a:lnTo>
                  <a:lnTo>
                    <a:pt x="1872" y="3920432"/>
                  </a:lnTo>
                  <a:lnTo>
                    <a:pt x="3324" y="3968528"/>
                  </a:lnTo>
                  <a:lnTo>
                    <a:pt x="5187" y="4016519"/>
                  </a:lnTo>
                  <a:lnTo>
                    <a:pt x="7459" y="4064404"/>
                  </a:lnTo>
                  <a:lnTo>
                    <a:pt x="10138" y="4112181"/>
                  </a:lnTo>
                  <a:lnTo>
                    <a:pt x="13224" y="4159849"/>
                  </a:lnTo>
                  <a:lnTo>
                    <a:pt x="16714" y="4207406"/>
                  </a:lnTo>
                  <a:lnTo>
                    <a:pt x="20606" y="4254850"/>
                  </a:lnTo>
                  <a:lnTo>
                    <a:pt x="24899" y="4302179"/>
                  </a:lnTo>
                  <a:lnTo>
                    <a:pt x="29591" y="4349391"/>
                  </a:lnTo>
                  <a:lnTo>
                    <a:pt x="34680" y="4396486"/>
                  </a:lnTo>
                  <a:lnTo>
                    <a:pt x="40165" y="4443461"/>
                  </a:lnTo>
                  <a:lnTo>
                    <a:pt x="46044" y="4490315"/>
                  </a:lnTo>
                  <a:lnTo>
                    <a:pt x="52315" y="4537045"/>
                  </a:lnTo>
                  <a:lnTo>
                    <a:pt x="58977" y="4583650"/>
                  </a:lnTo>
                  <a:lnTo>
                    <a:pt x="66028" y="4630129"/>
                  </a:lnTo>
                  <a:lnTo>
                    <a:pt x="73466" y="4676480"/>
                  </a:lnTo>
                  <a:lnTo>
                    <a:pt x="81289" y="4722701"/>
                  </a:lnTo>
                  <a:lnTo>
                    <a:pt x="89496" y="4768790"/>
                  </a:lnTo>
                  <a:lnTo>
                    <a:pt x="98085" y="4814746"/>
                  </a:lnTo>
                  <a:lnTo>
                    <a:pt x="107054" y="4860566"/>
                  </a:lnTo>
                  <a:lnTo>
                    <a:pt x="116402" y="4906250"/>
                  </a:lnTo>
                  <a:lnTo>
                    <a:pt x="126127" y="4951795"/>
                  </a:lnTo>
                  <a:lnTo>
                    <a:pt x="136227" y="4997201"/>
                  </a:lnTo>
                  <a:lnTo>
                    <a:pt x="146701" y="5042464"/>
                  </a:lnTo>
                  <a:lnTo>
                    <a:pt x="157546" y="5087584"/>
                  </a:lnTo>
                  <a:lnTo>
                    <a:pt x="168762" y="5132558"/>
                  </a:lnTo>
                  <a:lnTo>
                    <a:pt x="180346" y="5177386"/>
                  </a:lnTo>
                  <a:lnTo>
                    <a:pt x="192297" y="5222065"/>
                  </a:lnTo>
                  <a:lnTo>
                    <a:pt x="204612" y="5266593"/>
                  </a:lnTo>
                  <a:lnTo>
                    <a:pt x="217291" y="5310969"/>
                  </a:lnTo>
                  <a:lnTo>
                    <a:pt x="230332" y="5355192"/>
                  </a:lnTo>
                  <a:lnTo>
                    <a:pt x="243732" y="5399259"/>
                  </a:lnTo>
                  <a:lnTo>
                    <a:pt x="257491" y="5443168"/>
                  </a:lnTo>
                  <a:lnTo>
                    <a:pt x="271606" y="5486919"/>
                  </a:lnTo>
                  <a:lnTo>
                    <a:pt x="286076" y="5530509"/>
                  </a:lnTo>
                  <a:lnTo>
                    <a:pt x="300899" y="5573937"/>
                  </a:lnTo>
                  <a:lnTo>
                    <a:pt x="316074" y="5617201"/>
                  </a:lnTo>
                  <a:lnTo>
                    <a:pt x="331598" y="5660299"/>
                  </a:lnTo>
                  <a:lnTo>
                    <a:pt x="347470" y="5703230"/>
                  </a:lnTo>
                  <a:lnTo>
                    <a:pt x="363688" y="5745992"/>
                  </a:lnTo>
                  <a:lnTo>
                    <a:pt x="380251" y="5788582"/>
                  </a:lnTo>
                  <a:lnTo>
                    <a:pt x="397157" y="5831001"/>
                  </a:lnTo>
                  <a:lnTo>
                    <a:pt x="414404" y="5873245"/>
                  </a:lnTo>
                  <a:lnTo>
                    <a:pt x="431990" y="5915313"/>
                  </a:lnTo>
                  <a:lnTo>
                    <a:pt x="449914" y="5957203"/>
                  </a:lnTo>
                  <a:lnTo>
                    <a:pt x="468174" y="5998914"/>
                  </a:lnTo>
                  <a:lnTo>
                    <a:pt x="486769" y="6040444"/>
                  </a:lnTo>
                  <a:lnTo>
                    <a:pt x="505696" y="6081791"/>
                  </a:lnTo>
                  <a:lnTo>
                    <a:pt x="524954" y="6122954"/>
                  </a:lnTo>
                  <a:lnTo>
                    <a:pt x="544541" y="6163931"/>
                  </a:lnTo>
                  <a:lnTo>
                    <a:pt x="564456" y="6204719"/>
                  </a:lnTo>
                  <a:lnTo>
                    <a:pt x="584697" y="6245318"/>
                  </a:lnTo>
                  <a:lnTo>
                    <a:pt x="605262" y="6285726"/>
                  </a:lnTo>
                  <a:lnTo>
                    <a:pt x="626149" y="6325941"/>
                  </a:lnTo>
                  <a:lnTo>
                    <a:pt x="647357" y="6365961"/>
                  </a:lnTo>
                  <a:lnTo>
                    <a:pt x="668884" y="6405785"/>
                  </a:lnTo>
                  <a:lnTo>
                    <a:pt x="690728" y="6445411"/>
                  </a:lnTo>
                  <a:lnTo>
                    <a:pt x="712888" y="6484837"/>
                  </a:lnTo>
                  <a:lnTo>
                    <a:pt x="735362" y="6524061"/>
                  </a:lnTo>
                  <a:lnTo>
                    <a:pt x="758148" y="6563083"/>
                  </a:lnTo>
                  <a:lnTo>
                    <a:pt x="781244" y="6601899"/>
                  </a:lnTo>
                  <a:lnTo>
                    <a:pt x="804649" y="6640509"/>
                  </a:lnTo>
                  <a:lnTo>
                    <a:pt x="828362" y="6678910"/>
                  </a:lnTo>
                  <a:lnTo>
                    <a:pt x="852380" y="6717102"/>
                  </a:lnTo>
                  <a:lnTo>
                    <a:pt x="876701" y="6755081"/>
                  </a:lnTo>
                  <a:lnTo>
                    <a:pt x="901325" y="6792848"/>
                  </a:lnTo>
                  <a:lnTo>
                    <a:pt x="926248" y="6830399"/>
                  </a:lnTo>
                  <a:lnTo>
                    <a:pt x="951471" y="6867733"/>
                  </a:lnTo>
                  <a:lnTo>
                    <a:pt x="976990" y="6904849"/>
                  </a:lnTo>
                  <a:lnTo>
                    <a:pt x="1002804" y="6941745"/>
                  </a:lnTo>
                  <a:lnTo>
                    <a:pt x="1028912" y="6978418"/>
                  </a:lnTo>
                  <a:lnTo>
                    <a:pt x="1055312" y="7014868"/>
                  </a:lnTo>
                  <a:lnTo>
                    <a:pt x="1082001" y="7051093"/>
                  </a:lnTo>
                  <a:lnTo>
                    <a:pt x="1108979" y="7087091"/>
                  </a:lnTo>
                  <a:lnTo>
                    <a:pt x="1136244" y="7122859"/>
                  </a:lnTo>
                  <a:lnTo>
                    <a:pt x="1163793" y="7158398"/>
                  </a:lnTo>
                  <a:lnTo>
                    <a:pt x="1191626" y="7193704"/>
                  </a:lnTo>
                  <a:lnTo>
                    <a:pt x="1219741" y="7228777"/>
                  </a:lnTo>
                  <a:lnTo>
                    <a:pt x="1248135" y="7263614"/>
                  </a:lnTo>
                  <a:lnTo>
                    <a:pt x="1276807" y="7298213"/>
                  </a:lnTo>
                  <a:lnTo>
                    <a:pt x="1305756" y="7332574"/>
                  </a:lnTo>
                  <a:lnTo>
                    <a:pt x="1334980" y="7366694"/>
                  </a:lnTo>
                  <a:lnTo>
                    <a:pt x="1364476" y="7400571"/>
                  </a:lnTo>
                  <a:lnTo>
                    <a:pt x="1394244" y="7434205"/>
                  </a:lnTo>
                  <a:lnTo>
                    <a:pt x="1424282" y="7467593"/>
                  </a:lnTo>
                  <a:lnTo>
                    <a:pt x="1454587" y="7500733"/>
                  </a:lnTo>
                  <a:lnTo>
                    <a:pt x="1485159" y="7533624"/>
                  </a:lnTo>
                  <a:lnTo>
                    <a:pt x="1501648" y="7551077"/>
                  </a:lnTo>
                </a:path>
              </a:pathLst>
            </a:custGeom>
            <a:ln w="619124">
              <a:solidFill>
                <a:srgbClr val="FC61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56640">
              <a:lnSpc>
                <a:spcPct val="100000"/>
              </a:lnSpc>
              <a:spcBef>
                <a:spcPts val="100"/>
              </a:spcBef>
            </a:pPr>
            <a:r>
              <a:rPr dirty="0"/>
              <a:t>AD</a:t>
            </a:r>
            <a:r>
              <a:rPr dirty="0" spc="-610"/>
              <a:t>V</a:t>
            </a:r>
            <a:r>
              <a:rPr dirty="0" spc="5"/>
              <a:t>AN</a:t>
            </a:r>
            <a:r>
              <a:rPr dirty="0" spc="-345"/>
              <a:t>T</a:t>
            </a:r>
            <a:r>
              <a:rPr dirty="0"/>
              <a:t>A</a:t>
            </a:r>
            <a:r>
              <a:rPr dirty="0" spc="-5"/>
              <a:t>GE</a:t>
            </a:r>
            <a:r>
              <a:rPr dirty="0" spc="5"/>
              <a:t>S</a:t>
            </a:r>
            <a:r>
              <a:rPr dirty="0" spc="-95"/>
              <a:t> </a:t>
            </a:r>
            <a:r>
              <a:rPr dirty="0"/>
              <a:t>&amp;</a:t>
            </a:r>
            <a:r>
              <a:rPr dirty="0" spc="-90"/>
              <a:t> </a:t>
            </a:r>
            <a:r>
              <a:rPr dirty="0" spc="-45"/>
              <a:t>LIMITATIONS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998091" y="1514297"/>
            <a:ext cx="15579090" cy="4357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 b="1">
                <a:latin typeface="Calibri"/>
                <a:cs typeface="Calibri"/>
              </a:rPr>
              <a:t>Advantages:</a:t>
            </a:r>
            <a:endParaRPr sz="3200">
              <a:latin typeface="Calibri"/>
              <a:cs typeface="Calibri"/>
            </a:endParaRPr>
          </a:p>
          <a:p>
            <a:pPr marL="12700" marR="187325">
              <a:lnSpc>
                <a:spcPct val="100000"/>
              </a:lnSpc>
              <a:spcBef>
                <a:spcPts val="20"/>
              </a:spcBef>
            </a:pPr>
            <a:r>
              <a:rPr dirty="0" sz="2800" spc="-10" b="1">
                <a:latin typeface="Calibri"/>
                <a:cs typeface="Calibri"/>
              </a:rPr>
              <a:t>Centralized</a:t>
            </a:r>
            <a:r>
              <a:rPr dirty="0" sz="2800" spc="-7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Management</a:t>
            </a:r>
            <a:r>
              <a:rPr dirty="0" sz="2800" spc="-60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–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All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30">
                <a:latin typeface="Calibri"/>
                <a:cs typeface="Calibri"/>
              </a:rPr>
              <a:t>event-</a:t>
            </a:r>
            <a:r>
              <a:rPr dirty="0" sz="2800">
                <a:latin typeface="Calibri"/>
                <a:cs typeface="Calibri"/>
              </a:rPr>
              <a:t>related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activities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(creation,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registration,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feedback)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handled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one </a:t>
            </a:r>
            <a:r>
              <a:rPr dirty="0" sz="2800" spc="-10">
                <a:latin typeface="Calibri"/>
                <a:cs typeface="Calibri"/>
              </a:rPr>
              <a:t>platform,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reducing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confusion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duplication.</a:t>
            </a:r>
            <a:endParaRPr sz="2800">
              <a:latin typeface="Calibri"/>
              <a:cs typeface="Calibri"/>
            </a:endParaRPr>
          </a:p>
          <a:p>
            <a:pPr marL="12700" marR="649605">
              <a:lnSpc>
                <a:spcPct val="100000"/>
              </a:lnSpc>
            </a:pPr>
            <a:r>
              <a:rPr dirty="0" sz="2800" spc="-25" b="1">
                <a:latin typeface="Calibri"/>
                <a:cs typeface="Calibri"/>
              </a:rPr>
              <a:t>Time-</a:t>
            </a:r>
            <a:r>
              <a:rPr dirty="0" sz="2800" b="1">
                <a:latin typeface="Calibri"/>
                <a:cs typeface="Calibri"/>
              </a:rPr>
              <a:t>Saving</a:t>
            </a:r>
            <a:r>
              <a:rPr dirty="0" sz="2800" spc="-6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&amp;</a:t>
            </a:r>
            <a:r>
              <a:rPr dirty="0" sz="2800" spc="-7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Efficient</a:t>
            </a:r>
            <a:r>
              <a:rPr dirty="0" sz="2800" spc="-80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–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Automates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event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registration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management,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minimizing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manual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work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and </a:t>
            </a:r>
            <a:r>
              <a:rPr dirty="0" sz="2800">
                <a:latin typeface="Calibri"/>
                <a:cs typeface="Calibri"/>
              </a:rPr>
              <a:t>speeding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up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processes.</a:t>
            </a:r>
            <a:endParaRPr sz="2800">
              <a:latin typeface="Calibri"/>
              <a:cs typeface="Calibri"/>
            </a:endParaRPr>
          </a:p>
          <a:p>
            <a:pPr marL="12700" marR="452120">
              <a:lnSpc>
                <a:spcPct val="100000"/>
              </a:lnSpc>
            </a:pPr>
            <a:r>
              <a:rPr dirty="0" sz="2800" spc="-25" b="1">
                <a:latin typeface="Calibri"/>
                <a:cs typeface="Calibri"/>
              </a:rPr>
              <a:t>User-</a:t>
            </a:r>
            <a:r>
              <a:rPr dirty="0" sz="2800" b="1">
                <a:latin typeface="Calibri"/>
                <a:cs typeface="Calibri"/>
              </a:rPr>
              <a:t>Friendly</a:t>
            </a:r>
            <a:r>
              <a:rPr dirty="0" sz="2800" spc="-7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Interface</a:t>
            </a:r>
            <a:r>
              <a:rPr dirty="0" sz="2800" spc="-50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–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Students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easily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browse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register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events,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improving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participation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and </a:t>
            </a:r>
            <a:r>
              <a:rPr dirty="0" sz="2800" spc="-10">
                <a:latin typeface="Calibri"/>
                <a:cs typeface="Calibri"/>
              </a:rPr>
              <a:t>engagement.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2800" spc="-10" b="1">
                <a:latin typeface="Calibri"/>
                <a:cs typeface="Calibri"/>
              </a:rPr>
              <a:t>Accurate</a:t>
            </a:r>
            <a:r>
              <a:rPr dirty="0" sz="2800" spc="-9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Data</a:t>
            </a:r>
            <a:r>
              <a:rPr dirty="0" sz="2800" spc="-10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Handling</a:t>
            </a:r>
            <a:r>
              <a:rPr dirty="0" sz="2800" spc="-85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–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Reduces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human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errors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through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automated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validation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database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management. </a:t>
            </a:r>
            <a:r>
              <a:rPr dirty="0" sz="2800" b="1">
                <a:latin typeface="Calibri"/>
                <a:cs typeface="Calibri"/>
              </a:rPr>
              <a:t>Insightful</a:t>
            </a:r>
            <a:r>
              <a:rPr dirty="0" sz="2800" spc="-9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Analytics</a:t>
            </a:r>
            <a:r>
              <a:rPr dirty="0" sz="2800" spc="-55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–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Provides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reports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statistics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event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participation,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helping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administrators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make </a:t>
            </a:r>
            <a:r>
              <a:rPr dirty="0" sz="2800">
                <a:latin typeface="Calibri"/>
                <a:cs typeface="Calibri"/>
              </a:rPr>
              <a:t>better</a:t>
            </a:r>
            <a:r>
              <a:rPr dirty="0" sz="2800" spc="-1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decisions.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06830" y="6273546"/>
            <a:ext cx="16675100" cy="3012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03605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latin typeface="Calibri"/>
                <a:cs typeface="Calibri"/>
              </a:rPr>
              <a:t>Limitations</a:t>
            </a:r>
            <a:r>
              <a:rPr dirty="0" sz="2800" spc="-75" b="1">
                <a:latin typeface="Calibri"/>
                <a:cs typeface="Calibri"/>
              </a:rPr>
              <a:t> </a:t>
            </a:r>
            <a:r>
              <a:rPr dirty="0" sz="2800" spc="-50" b="1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marL="903605">
              <a:lnSpc>
                <a:spcPct val="100000"/>
              </a:lnSpc>
            </a:pPr>
            <a:r>
              <a:rPr dirty="0" sz="2800" spc="-10" b="1">
                <a:latin typeface="Calibri"/>
                <a:cs typeface="Calibri"/>
              </a:rPr>
              <a:t>Internet</a:t>
            </a:r>
            <a:r>
              <a:rPr dirty="0" sz="2800" spc="-7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Dependency</a:t>
            </a:r>
            <a:r>
              <a:rPr dirty="0" sz="2800" spc="-65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–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Requires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stable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internet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access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both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students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administrators.</a:t>
            </a:r>
            <a:endParaRPr sz="2800">
              <a:latin typeface="Calibri"/>
              <a:cs typeface="Calibri"/>
            </a:endParaRPr>
          </a:p>
          <a:p>
            <a:pPr marL="903605">
              <a:lnSpc>
                <a:spcPct val="100000"/>
              </a:lnSpc>
            </a:pPr>
            <a:r>
              <a:rPr dirty="0" sz="2800" b="1">
                <a:latin typeface="Calibri"/>
                <a:cs typeface="Calibri"/>
              </a:rPr>
              <a:t>Initial</a:t>
            </a:r>
            <a:r>
              <a:rPr dirty="0" sz="2800" spc="-7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Setup</a:t>
            </a:r>
            <a:r>
              <a:rPr dirty="0" sz="2800" spc="-6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Complexity</a:t>
            </a:r>
            <a:r>
              <a:rPr dirty="0" sz="2800" spc="-40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–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Development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configuration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system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may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require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technical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expertise.</a:t>
            </a:r>
            <a:endParaRPr sz="2800">
              <a:latin typeface="Calibri"/>
              <a:cs typeface="Calibri"/>
            </a:endParaRPr>
          </a:p>
          <a:p>
            <a:pPr marL="903605" marR="1134745" indent="-891540">
              <a:lnSpc>
                <a:spcPts val="3340"/>
              </a:lnSpc>
              <a:spcBef>
                <a:spcPts val="150"/>
              </a:spcBef>
              <a:tabLst>
                <a:tab pos="903605" algn="l"/>
              </a:tabLst>
            </a:pPr>
            <a:r>
              <a:rPr dirty="0" sz="2700" spc="215">
                <a:solidFill>
                  <a:srgbClr val="FFFDFD"/>
                </a:solidFill>
                <a:latin typeface="Tahoma"/>
                <a:cs typeface="Tahoma"/>
              </a:rPr>
              <a:t>9</a:t>
            </a:r>
            <a:r>
              <a:rPr dirty="0" sz="2700">
                <a:solidFill>
                  <a:srgbClr val="FFFDFD"/>
                </a:solidFill>
                <a:latin typeface="Tahoma"/>
                <a:cs typeface="Tahoma"/>
              </a:rPr>
              <a:t>	</a:t>
            </a:r>
            <a:r>
              <a:rPr dirty="0" sz="2800" b="1">
                <a:latin typeface="Calibri"/>
                <a:cs typeface="Calibri"/>
              </a:rPr>
              <a:t>Security</a:t>
            </a:r>
            <a:r>
              <a:rPr dirty="0" sz="2800" spc="-5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Risks</a:t>
            </a:r>
            <a:r>
              <a:rPr dirty="0" sz="2800" spc="-60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–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If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not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properly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secured,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system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may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vulnerable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unauthorized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access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data </a:t>
            </a:r>
            <a:r>
              <a:rPr dirty="0" sz="2800" spc="-10">
                <a:latin typeface="Calibri"/>
                <a:cs typeface="Calibri"/>
              </a:rPr>
              <a:t>breaches.</a:t>
            </a:r>
            <a:endParaRPr sz="2800">
              <a:latin typeface="Calibri"/>
              <a:cs typeface="Calibri"/>
            </a:endParaRPr>
          </a:p>
          <a:p>
            <a:pPr marL="903605">
              <a:lnSpc>
                <a:spcPts val="3250"/>
              </a:lnSpc>
            </a:pPr>
            <a:r>
              <a:rPr dirty="0" sz="2800" b="1">
                <a:latin typeface="Calibri"/>
                <a:cs typeface="Calibri"/>
              </a:rPr>
              <a:t>Limited</a:t>
            </a:r>
            <a:r>
              <a:rPr dirty="0" sz="2800" spc="-8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Offline</a:t>
            </a:r>
            <a:r>
              <a:rPr dirty="0" sz="2800" spc="-8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Access</a:t>
            </a:r>
            <a:r>
              <a:rPr dirty="0" sz="2800" spc="-55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–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Users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cannot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access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features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without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being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connected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system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online.</a:t>
            </a:r>
            <a:endParaRPr sz="2800">
              <a:latin typeface="Calibri"/>
              <a:cs typeface="Calibri"/>
            </a:endParaRPr>
          </a:p>
          <a:p>
            <a:pPr marL="903605">
              <a:lnSpc>
                <a:spcPct val="100000"/>
              </a:lnSpc>
            </a:pPr>
            <a:r>
              <a:rPr dirty="0" sz="2800" spc="-10" b="1">
                <a:latin typeface="Calibri"/>
                <a:cs typeface="Calibri"/>
              </a:rPr>
              <a:t>Maintenance</a:t>
            </a:r>
            <a:r>
              <a:rPr dirty="0" sz="2800" spc="-7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Required</a:t>
            </a:r>
            <a:r>
              <a:rPr dirty="0" sz="2800" spc="-65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–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Needs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regular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updates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monitoring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ensure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smooth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performance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security.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81396" y="4019803"/>
            <a:ext cx="7397750" cy="17246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150" spc="195" i="1">
                <a:solidFill>
                  <a:srgbClr val="181818"/>
                </a:solidFill>
                <a:latin typeface="Trebuchet MS"/>
                <a:cs typeface="Trebuchet MS"/>
              </a:rPr>
              <a:t>Thank</a:t>
            </a:r>
            <a:r>
              <a:rPr dirty="0" sz="11150" spc="-10" i="1">
                <a:solidFill>
                  <a:srgbClr val="181818"/>
                </a:solidFill>
                <a:latin typeface="Trebuchet MS"/>
                <a:cs typeface="Trebuchet MS"/>
              </a:rPr>
              <a:t> </a:t>
            </a:r>
            <a:r>
              <a:rPr dirty="0" sz="11150" spc="600" i="1">
                <a:solidFill>
                  <a:srgbClr val="181818"/>
                </a:solidFill>
                <a:latin typeface="Trebuchet MS"/>
                <a:cs typeface="Trebuchet MS"/>
              </a:rPr>
              <a:t>you</a:t>
            </a:r>
            <a:endParaRPr sz="11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Sai Krishna</dc:creator>
  <dc:title>White and Orange Simple Portfolio Presentation</dc:title>
  <dcterms:created xsi:type="dcterms:W3CDTF">2026-05-06T05:40:42Z</dcterms:created>
  <dcterms:modified xsi:type="dcterms:W3CDTF">2026-05-06T05:40:42Z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2026-04-17T00:00:00Z</vt:filetime>
  </property>
  <property fmtid="{D5CDD505-2E9C-101B-9397-08002B2CF9AE}" pid="4" name="Creator">
    <vt:lpwstr>Microsoft® PowerPoint® 2024</vt:lpwstr>
  </property>
  <property fmtid="{D5CDD505-2E9C-101B-9397-08002B2CF9AE}" pid="5" name="LastSaved">
    <vt:filetime>2026-05-06T00:00:00Z</vt:filetime>
  </property>
  <property fmtid="{D5CDD505-2E9C-101B-9397-08002B2CF9AE}" pid="6" name="Producer">
    <vt:lpwstr>Microsoft® PowerPoint® 2024</vt:lpwstr>
  </property>
</Properties>
</file>